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</p:sldMasterIdLst>
  <p:notesMasterIdLst>
    <p:notesMasterId r:id="rId7"/>
  </p:notesMasterIdLst>
  <p:handoutMasterIdLst>
    <p:handoutMasterId r:id="rId8"/>
  </p:handoutMasterIdLst>
  <p:sldIdLst>
    <p:sldId id="266" r:id="rId5"/>
    <p:sldId id="268" r:id="rId6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A57F"/>
    <a:srgbClr val="FF928B"/>
    <a:srgbClr val="FFC156"/>
    <a:srgbClr val="255957"/>
    <a:srgbClr val="437C90"/>
    <a:srgbClr val="C1AE7C"/>
    <a:srgbClr val="6C3A5C"/>
    <a:srgbClr val="CC4BC2"/>
    <a:srgbClr val="DD5E98"/>
    <a:srgbClr val="E16F7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2943" autoAdjust="0"/>
  </p:normalViewPr>
  <p:slideViewPr>
    <p:cSldViewPr snapToGrid="0">
      <p:cViewPr>
        <p:scale>
          <a:sx n="118" d="100"/>
          <a:sy n="118" d="100"/>
        </p:scale>
        <p:origin x="-1596" y="84"/>
      </p:cViewPr>
      <p:guideLst/>
    </p:cSldViewPr>
  </p:slideViewPr>
  <p:outlineViewPr>
    <p:cViewPr>
      <p:scale>
        <a:sx n="33" d="100"/>
        <a:sy n="33" d="100"/>
      </p:scale>
      <p:origin x="0" y="-33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9F1582-31E0-2841-9346-31A99B86AD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45BF9-DD96-AA45-97B0-477ABF6A70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2F848-8084-F64D-875B-9063E7DA25A9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8FA85-7B1D-FF42-AC46-CFF758E5D8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543FD-877F-7E45-98D7-048D8D227E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A3605-94E5-6B44-BC1B-85D4E2AC71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532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B4262-0415-5F49-B97F-DBE0A73FC706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01569-2349-B14C-8ACD-BED9E1B054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342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01569-2349-B14C-8ACD-BED9E1B054C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66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01569-2349-B14C-8ACD-BED9E1B054C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8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77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04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080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3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46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45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2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3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66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00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839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mily T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9F68A4F8-ADB4-EF60-AE16-8643D458D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670" r="9503"/>
          <a:stretch/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E267CD-7A77-A465-E47E-41F5FC19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9144000" cy="6858000"/>
          </a:xfrm>
          <a:prstGeom prst="rect">
            <a:avLst/>
          </a:prstGeom>
          <a:solidFill>
            <a:schemeClr val="bg1">
              <a:alpha val="904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A1BBC2-A1D0-BD7E-F3C4-A025E0587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75691" y="1512845"/>
            <a:ext cx="558170" cy="920568"/>
            <a:chOff x="1018449" y="1590857"/>
            <a:chExt cx="558170" cy="920568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9C20BFD-8ADC-D468-7E00-D5AAB46A9EAE}"/>
                </a:ext>
              </a:extLst>
            </p:cNvPr>
            <p:cNvSpPr/>
            <p:nvPr/>
          </p:nvSpPr>
          <p:spPr>
            <a:xfrm>
              <a:off x="1018449" y="1590857"/>
              <a:ext cx="264767" cy="920568"/>
            </a:xfrm>
            <a:custGeom>
              <a:avLst/>
              <a:gdLst>
                <a:gd name="connsiteX0" fmla="*/ 0 w 212480"/>
                <a:gd name="connsiteY0" fmla="*/ 0 h 818205"/>
                <a:gd name="connsiteX1" fmla="*/ 106240 w 212480"/>
                <a:gd name="connsiteY1" fmla="*/ 0 h 818205"/>
                <a:gd name="connsiteX2" fmla="*/ 212480 w 212480"/>
                <a:gd name="connsiteY2" fmla="*/ 145339 h 818205"/>
                <a:gd name="connsiteX3" fmla="*/ 212480 w 212480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0" h="818205">
                  <a:moveTo>
                    <a:pt x="0" y="0"/>
                  </a:moveTo>
                  <a:cubicBezTo>
                    <a:pt x="0" y="0"/>
                    <a:pt x="47360" y="0"/>
                    <a:pt x="106240" y="0"/>
                  </a:cubicBezTo>
                  <a:cubicBezTo>
                    <a:pt x="165120" y="0"/>
                    <a:pt x="212480" y="65941"/>
                    <a:pt x="212480" y="145339"/>
                  </a:cubicBezTo>
                  <a:lnTo>
                    <a:pt x="21248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21E20D9-DC8A-897B-B861-92DEE8109CFE}"/>
                </a:ext>
              </a:extLst>
            </p:cNvPr>
            <p:cNvSpPr/>
            <p:nvPr/>
          </p:nvSpPr>
          <p:spPr>
            <a:xfrm>
              <a:off x="1294736" y="1590857"/>
              <a:ext cx="281883" cy="920568"/>
            </a:xfrm>
            <a:custGeom>
              <a:avLst/>
              <a:gdLst>
                <a:gd name="connsiteX0" fmla="*/ 240640 w 240639"/>
                <a:gd name="connsiteY0" fmla="*/ 0 h 818205"/>
                <a:gd name="connsiteX1" fmla="*/ 120320 w 240639"/>
                <a:gd name="connsiteY1" fmla="*/ 0 h 818205"/>
                <a:gd name="connsiteX2" fmla="*/ 0 w 240639"/>
                <a:gd name="connsiteY2" fmla="*/ 145339 h 818205"/>
                <a:gd name="connsiteX3" fmla="*/ 0 w 240639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9" h="818205">
                  <a:moveTo>
                    <a:pt x="240640" y="0"/>
                  </a:moveTo>
                  <a:cubicBezTo>
                    <a:pt x="240640" y="0"/>
                    <a:pt x="186880" y="0"/>
                    <a:pt x="120320" y="0"/>
                  </a:cubicBezTo>
                  <a:cubicBezTo>
                    <a:pt x="53760" y="0"/>
                    <a:pt x="0" y="65941"/>
                    <a:pt x="0" y="145339"/>
                  </a:cubicBezTo>
                  <a:lnTo>
                    <a:pt x="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E3A24C7-5091-2BF3-29A2-3A29360FF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54616" y="1508834"/>
            <a:ext cx="558170" cy="920568"/>
            <a:chOff x="1018449" y="1590857"/>
            <a:chExt cx="558170" cy="920568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C815B49-935A-33DE-8D18-1DF2FDDA3717}"/>
                </a:ext>
              </a:extLst>
            </p:cNvPr>
            <p:cNvSpPr/>
            <p:nvPr/>
          </p:nvSpPr>
          <p:spPr>
            <a:xfrm>
              <a:off x="1018449" y="1590857"/>
              <a:ext cx="264767" cy="920568"/>
            </a:xfrm>
            <a:custGeom>
              <a:avLst/>
              <a:gdLst>
                <a:gd name="connsiteX0" fmla="*/ 0 w 212480"/>
                <a:gd name="connsiteY0" fmla="*/ 0 h 818205"/>
                <a:gd name="connsiteX1" fmla="*/ 106240 w 212480"/>
                <a:gd name="connsiteY1" fmla="*/ 0 h 818205"/>
                <a:gd name="connsiteX2" fmla="*/ 212480 w 212480"/>
                <a:gd name="connsiteY2" fmla="*/ 145339 h 818205"/>
                <a:gd name="connsiteX3" fmla="*/ 212480 w 212480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0" h="818205">
                  <a:moveTo>
                    <a:pt x="0" y="0"/>
                  </a:moveTo>
                  <a:cubicBezTo>
                    <a:pt x="0" y="0"/>
                    <a:pt x="47360" y="0"/>
                    <a:pt x="106240" y="0"/>
                  </a:cubicBezTo>
                  <a:cubicBezTo>
                    <a:pt x="165120" y="0"/>
                    <a:pt x="212480" y="65941"/>
                    <a:pt x="212480" y="145339"/>
                  </a:cubicBezTo>
                  <a:lnTo>
                    <a:pt x="21248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2B4350B-7E6A-17C1-28E2-979C6DDA36CB}"/>
                </a:ext>
              </a:extLst>
            </p:cNvPr>
            <p:cNvSpPr/>
            <p:nvPr/>
          </p:nvSpPr>
          <p:spPr>
            <a:xfrm>
              <a:off x="1294736" y="1590857"/>
              <a:ext cx="281883" cy="920568"/>
            </a:xfrm>
            <a:custGeom>
              <a:avLst/>
              <a:gdLst>
                <a:gd name="connsiteX0" fmla="*/ 240640 w 240639"/>
                <a:gd name="connsiteY0" fmla="*/ 0 h 818205"/>
                <a:gd name="connsiteX1" fmla="*/ 120320 w 240639"/>
                <a:gd name="connsiteY1" fmla="*/ 0 h 818205"/>
                <a:gd name="connsiteX2" fmla="*/ 0 w 240639"/>
                <a:gd name="connsiteY2" fmla="*/ 145339 h 818205"/>
                <a:gd name="connsiteX3" fmla="*/ 0 w 240639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9" h="818205">
                  <a:moveTo>
                    <a:pt x="240640" y="0"/>
                  </a:moveTo>
                  <a:cubicBezTo>
                    <a:pt x="240640" y="0"/>
                    <a:pt x="186880" y="0"/>
                    <a:pt x="120320" y="0"/>
                  </a:cubicBezTo>
                  <a:cubicBezTo>
                    <a:pt x="53760" y="0"/>
                    <a:pt x="0" y="65941"/>
                    <a:pt x="0" y="145339"/>
                  </a:cubicBezTo>
                  <a:lnTo>
                    <a:pt x="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05482D-E7B5-33AF-B503-BE233D85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94303" y="1506878"/>
            <a:ext cx="558170" cy="920568"/>
            <a:chOff x="1018449" y="1590857"/>
            <a:chExt cx="558170" cy="92056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D5CCE3F-A0CD-48EB-6C32-B3477BFC09ED}"/>
                </a:ext>
              </a:extLst>
            </p:cNvPr>
            <p:cNvSpPr/>
            <p:nvPr/>
          </p:nvSpPr>
          <p:spPr>
            <a:xfrm>
              <a:off x="1018449" y="1590857"/>
              <a:ext cx="264767" cy="920568"/>
            </a:xfrm>
            <a:custGeom>
              <a:avLst/>
              <a:gdLst>
                <a:gd name="connsiteX0" fmla="*/ 0 w 212480"/>
                <a:gd name="connsiteY0" fmla="*/ 0 h 818205"/>
                <a:gd name="connsiteX1" fmla="*/ 106240 w 212480"/>
                <a:gd name="connsiteY1" fmla="*/ 0 h 818205"/>
                <a:gd name="connsiteX2" fmla="*/ 212480 w 212480"/>
                <a:gd name="connsiteY2" fmla="*/ 145339 h 818205"/>
                <a:gd name="connsiteX3" fmla="*/ 212480 w 212480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0" h="818205">
                  <a:moveTo>
                    <a:pt x="0" y="0"/>
                  </a:moveTo>
                  <a:cubicBezTo>
                    <a:pt x="0" y="0"/>
                    <a:pt x="47360" y="0"/>
                    <a:pt x="106240" y="0"/>
                  </a:cubicBezTo>
                  <a:cubicBezTo>
                    <a:pt x="165120" y="0"/>
                    <a:pt x="212480" y="65941"/>
                    <a:pt x="212480" y="145339"/>
                  </a:cubicBezTo>
                  <a:lnTo>
                    <a:pt x="21248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12E3F58-2223-2E90-8A15-DE3EBE0D698A}"/>
                </a:ext>
              </a:extLst>
            </p:cNvPr>
            <p:cNvSpPr/>
            <p:nvPr/>
          </p:nvSpPr>
          <p:spPr>
            <a:xfrm>
              <a:off x="1294736" y="1590857"/>
              <a:ext cx="281883" cy="920568"/>
            </a:xfrm>
            <a:custGeom>
              <a:avLst/>
              <a:gdLst>
                <a:gd name="connsiteX0" fmla="*/ 240640 w 240639"/>
                <a:gd name="connsiteY0" fmla="*/ 0 h 818205"/>
                <a:gd name="connsiteX1" fmla="*/ 120320 w 240639"/>
                <a:gd name="connsiteY1" fmla="*/ 0 h 818205"/>
                <a:gd name="connsiteX2" fmla="*/ 0 w 240639"/>
                <a:gd name="connsiteY2" fmla="*/ 145339 h 818205"/>
                <a:gd name="connsiteX3" fmla="*/ 0 w 240639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9" h="818205">
                  <a:moveTo>
                    <a:pt x="240640" y="0"/>
                  </a:moveTo>
                  <a:cubicBezTo>
                    <a:pt x="240640" y="0"/>
                    <a:pt x="186880" y="0"/>
                    <a:pt x="120320" y="0"/>
                  </a:cubicBezTo>
                  <a:cubicBezTo>
                    <a:pt x="53760" y="0"/>
                    <a:pt x="0" y="65941"/>
                    <a:pt x="0" y="145339"/>
                  </a:cubicBezTo>
                  <a:lnTo>
                    <a:pt x="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4390118-1F68-4D42-B681-CA7A04497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69827" y="4071317"/>
            <a:ext cx="1720104" cy="899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604453-B726-4F56-8AF6-033CB4ED7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40483" y="4071317"/>
            <a:ext cx="1561842" cy="644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Title 1">
            <a:extLst>
              <a:ext uri="{FF2B5EF4-FFF2-40B4-BE49-F238E27FC236}">
                <a16:creationId xmlns:a16="http://schemas.microsoft.com/office/drawing/2014/main" id="{4E4E05BF-5E4A-4A0E-96BD-83B0F33189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5083476"/>
            <a:ext cx="9144000" cy="1087344"/>
          </a:xfrm>
        </p:spPr>
        <p:txBody>
          <a:bodyPr anchor="b">
            <a:noAutofit/>
          </a:bodyPr>
          <a:lstStyle>
            <a:lvl1pPr algn="ctr">
              <a:defRPr sz="4000" b="0" cap="all" spc="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FF55B3-0501-F6DD-FD0C-B53BAED4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554330" y="2728338"/>
            <a:ext cx="1625718" cy="976719"/>
            <a:chOff x="1554330" y="2728338"/>
            <a:chExt cx="1625718" cy="976719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634BFCC-0D43-AF74-A583-C0800C47CBA3}"/>
                </a:ext>
              </a:extLst>
            </p:cNvPr>
            <p:cNvSpPr/>
            <p:nvPr/>
          </p:nvSpPr>
          <p:spPr>
            <a:xfrm>
              <a:off x="1554330" y="2728338"/>
              <a:ext cx="823682" cy="976719"/>
            </a:xfrm>
            <a:custGeom>
              <a:avLst/>
              <a:gdLst>
                <a:gd name="connsiteX0" fmla="*/ 0 w 681005"/>
                <a:gd name="connsiteY0" fmla="*/ 0 h 905384"/>
                <a:gd name="connsiteX1" fmla="*/ 492056 w 681005"/>
                <a:gd name="connsiteY1" fmla="*/ 0 h 905384"/>
                <a:gd name="connsiteX2" fmla="*/ 681006 w 681005"/>
                <a:gd name="connsiteY2" fmla="*/ 188950 h 905384"/>
                <a:gd name="connsiteX3" fmla="*/ 681006 w 681005"/>
                <a:gd name="connsiteY3" fmla="*/ 905385 h 90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1005" h="905384">
                  <a:moveTo>
                    <a:pt x="0" y="0"/>
                  </a:moveTo>
                  <a:lnTo>
                    <a:pt x="492056" y="0"/>
                  </a:lnTo>
                  <a:cubicBezTo>
                    <a:pt x="595716" y="0"/>
                    <a:pt x="681006" y="85290"/>
                    <a:pt x="681006" y="188950"/>
                  </a:cubicBezTo>
                  <a:lnTo>
                    <a:pt x="681006" y="905385"/>
                  </a:lnTo>
                </a:path>
              </a:pathLst>
            </a:custGeom>
            <a:noFill/>
            <a:ln w="52343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06831E6-73A2-901A-AB85-4EC4BD72FAC1}"/>
                </a:ext>
              </a:extLst>
            </p:cNvPr>
            <p:cNvSpPr/>
            <p:nvPr/>
          </p:nvSpPr>
          <p:spPr>
            <a:xfrm>
              <a:off x="2402942" y="2728339"/>
              <a:ext cx="777106" cy="927118"/>
            </a:xfrm>
            <a:custGeom>
              <a:avLst/>
              <a:gdLst>
                <a:gd name="connsiteX0" fmla="*/ 698064 w 698063"/>
                <a:gd name="connsiteY0" fmla="*/ 0 h 898824"/>
                <a:gd name="connsiteX1" fmla="*/ 188950 w 698063"/>
                <a:gd name="connsiteY1" fmla="*/ 0 h 898824"/>
                <a:gd name="connsiteX2" fmla="*/ 0 w 698063"/>
                <a:gd name="connsiteY2" fmla="*/ 188950 h 898824"/>
                <a:gd name="connsiteX3" fmla="*/ 0 w 698063"/>
                <a:gd name="connsiteY3" fmla="*/ 898824 h 89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063" h="898824">
                  <a:moveTo>
                    <a:pt x="698064" y="0"/>
                  </a:moveTo>
                  <a:lnTo>
                    <a:pt x="188950" y="0"/>
                  </a:lnTo>
                  <a:cubicBezTo>
                    <a:pt x="85290" y="0"/>
                    <a:pt x="0" y="85290"/>
                    <a:pt x="0" y="188950"/>
                  </a:cubicBezTo>
                  <a:lnTo>
                    <a:pt x="0" y="898824"/>
                  </a:lnTo>
                </a:path>
              </a:pathLst>
            </a:custGeom>
            <a:noFill/>
            <a:ln w="52343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06" name="Subtitle 2">
            <a:extLst>
              <a:ext uri="{FF2B5EF4-FFF2-40B4-BE49-F238E27FC236}">
                <a16:creationId xmlns:a16="http://schemas.microsoft.com/office/drawing/2014/main" id="{D3BD1F1A-DFED-4362-86F8-6345F945E7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83" y="6187432"/>
            <a:ext cx="9131235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Add subtitle here</a:t>
            </a: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03107ABC-48AF-49A0-8754-3EB345724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203" y="734072"/>
            <a:ext cx="414000" cy="52359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C758E018-2823-4E60-85D3-F63EA1ED1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6833" y="734072"/>
            <a:ext cx="414000" cy="523590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6707937B-C2C2-4360-A658-71036A96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0695" y="734072"/>
            <a:ext cx="414000" cy="523590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F88A0521-230A-41A8-988B-16A9BE580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8325" y="734072"/>
            <a:ext cx="414000" cy="52359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04EADA3-4A1E-E8A3-6B7B-CED8AF1CE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8449" y="1506878"/>
            <a:ext cx="558170" cy="920568"/>
            <a:chOff x="1018449" y="1590857"/>
            <a:chExt cx="558170" cy="92056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E86EC55F-5F1E-5232-5AE9-0805CD7F48BE}"/>
                </a:ext>
              </a:extLst>
            </p:cNvPr>
            <p:cNvSpPr/>
            <p:nvPr/>
          </p:nvSpPr>
          <p:spPr>
            <a:xfrm>
              <a:off x="1018449" y="1590857"/>
              <a:ext cx="264767" cy="920568"/>
            </a:xfrm>
            <a:custGeom>
              <a:avLst/>
              <a:gdLst>
                <a:gd name="connsiteX0" fmla="*/ 0 w 212480"/>
                <a:gd name="connsiteY0" fmla="*/ 0 h 818205"/>
                <a:gd name="connsiteX1" fmla="*/ 106240 w 212480"/>
                <a:gd name="connsiteY1" fmla="*/ 0 h 818205"/>
                <a:gd name="connsiteX2" fmla="*/ 212480 w 212480"/>
                <a:gd name="connsiteY2" fmla="*/ 145339 h 818205"/>
                <a:gd name="connsiteX3" fmla="*/ 212480 w 212480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0" h="818205">
                  <a:moveTo>
                    <a:pt x="0" y="0"/>
                  </a:moveTo>
                  <a:cubicBezTo>
                    <a:pt x="0" y="0"/>
                    <a:pt x="47360" y="0"/>
                    <a:pt x="106240" y="0"/>
                  </a:cubicBezTo>
                  <a:cubicBezTo>
                    <a:pt x="165120" y="0"/>
                    <a:pt x="212480" y="65941"/>
                    <a:pt x="212480" y="145339"/>
                  </a:cubicBezTo>
                  <a:lnTo>
                    <a:pt x="21248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A35D149-2156-BE53-62F7-8BFF066AC665}"/>
                </a:ext>
              </a:extLst>
            </p:cNvPr>
            <p:cNvSpPr/>
            <p:nvPr/>
          </p:nvSpPr>
          <p:spPr>
            <a:xfrm>
              <a:off x="1294736" y="1590857"/>
              <a:ext cx="281883" cy="920568"/>
            </a:xfrm>
            <a:custGeom>
              <a:avLst/>
              <a:gdLst>
                <a:gd name="connsiteX0" fmla="*/ 240640 w 240639"/>
                <a:gd name="connsiteY0" fmla="*/ 0 h 818205"/>
                <a:gd name="connsiteX1" fmla="*/ 120320 w 240639"/>
                <a:gd name="connsiteY1" fmla="*/ 0 h 818205"/>
                <a:gd name="connsiteX2" fmla="*/ 0 w 240639"/>
                <a:gd name="connsiteY2" fmla="*/ 145339 h 818205"/>
                <a:gd name="connsiteX3" fmla="*/ 0 w 240639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9" h="818205">
                  <a:moveTo>
                    <a:pt x="240640" y="0"/>
                  </a:moveTo>
                  <a:cubicBezTo>
                    <a:pt x="240640" y="0"/>
                    <a:pt x="186880" y="0"/>
                    <a:pt x="120320" y="0"/>
                  </a:cubicBezTo>
                  <a:cubicBezTo>
                    <a:pt x="53760" y="0"/>
                    <a:pt x="0" y="65941"/>
                    <a:pt x="0" y="145339"/>
                  </a:cubicBezTo>
                  <a:lnTo>
                    <a:pt x="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7" name="Freeform 46">
            <a:extLst>
              <a:ext uri="{FF2B5EF4-FFF2-40B4-BE49-F238E27FC236}">
                <a16:creationId xmlns:a16="http://schemas.microsoft.com/office/drawing/2014/main" id="{A8813D5E-9487-7696-9C83-135A3F734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4733" y="2728339"/>
            <a:ext cx="781406" cy="976718"/>
          </a:xfrm>
          <a:custGeom>
            <a:avLst/>
            <a:gdLst>
              <a:gd name="connsiteX0" fmla="*/ 0 w 681005"/>
              <a:gd name="connsiteY0" fmla="*/ 0 h 905384"/>
              <a:gd name="connsiteX1" fmla="*/ 492056 w 681005"/>
              <a:gd name="connsiteY1" fmla="*/ 0 h 905384"/>
              <a:gd name="connsiteX2" fmla="*/ 681006 w 681005"/>
              <a:gd name="connsiteY2" fmla="*/ 188950 h 905384"/>
              <a:gd name="connsiteX3" fmla="*/ 681006 w 681005"/>
              <a:gd name="connsiteY3" fmla="*/ 905385 h 90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005" h="905384">
                <a:moveTo>
                  <a:pt x="0" y="0"/>
                </a:moveTo>
                <a:lnTo>
                  <a:pt x="492056" y="0"/>
                </a:lnTo>
                <a:cubicBezTo>
                  <a:pt x="595716" y="0"/>
                  <a:pt x="681006" y="85290"/>
                  <a:pt x="681006" y="188950"/>
                </a:cubicBezTo>
                <a:lnTo>
                  <a:pt x="681006" y="905385"/>
                </a:lnTo>
              </a:path>
            </a:pathLst>
          </a:custGeom>
          <a:noFill/>
          <a:ln w="52343" cap="flat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99F7FD03-FF64-71E6-E8A0-DB5FC2C6F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1069" y="2728338"/>
            <a:ext cx="821287" cy="988337"/>
          </a:xfrm>
          <a:custGeom>
            <a:avLst/>
            <a:gdLst>
              <a:gd name="connsiteX0" fmla="*/ 698064 w 698063"/>
              <a:gd name="connsiteY0" fmla="*/ 0 h 898824"/>
              <a:gd name="connsiteX1" fmla="*/ 188950 w 698063"/>
              <a:gd name="connsiteY1" fmla="*/ 0 h 898824"/>
              <a:gd name="connsiteX2" fmla="*/ 0 w 698063"/>
              <a:gd name="connsiteY2" fmla="*/ 188950 h 898824"/>
              <a:gd name="connsiteX3" fmla="*/ 0 w 698063"/>
              <a:gd name="connsiteY3" fmla="*/ 898824 h 89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63" h="898824">
                <a:moveTo>
                  <a:pt x="698064" y="0"/>
                </a:moveTo>
                <a:lnTo>
                  <a:pt x="188950" y="0"/>
                </a:lnTo>
                <a:cubicBezTo>
                  <a:pt x="85290" y="0"/>
                  <a:pt x="0" y="85290"/>
                  <a:pt x="0" y="188950"/>
                </a:cubicBezTo>
                <a:lnTo>
                  <a:pt x="0" y="898824"/>
                </a:lnTo>
              </a:path>
            </a:pathLst>
          </a:custGeom>
          <a:noFill/>
          <a:ln w="52343" cap="flat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47" name="Graphic 146">
            <a:extLst>
              <a:ext uri="{FF2B5EF4-FFF2-40B4-BE49-F238E27FC236}">
                <a16:creationId xmlns:a16="http://schemas.microsoft.com/office/drawing/2014/main" id="{C819C384-F1C8-446F-A4CA-902D46D01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7330" y="734072"/>
            <a:ext cx="414000" cy="523590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CF417655-EDDE-4D9E-837E-7FA6A4305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4960" y="734072"/>
            <a:ext cx="414000" cy="523590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437CEFA0-47DC-43B1-B915-050AFD65F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8822" y="734072"/>
            <a:ext cx="414000" cy="523590"/>
          </a:xfrm>
          <a:prstGeom prst="rect">
            <a:avLst/>
          </a:prstGeom>
        </p:spPr>
      </p:pic>
      <p:pic>
        <p:nvPicPr>
          <p:cNvPr id="150" name="Graphic 149">
            <a:extLst>
              <a:ext uri="{FF2B5EF4-FFF2-40B4-BE49-F238E27FC236}">
                <a16:creationId xmlns:a16="http://schemas.microsoft.com/office/drawing/2014/main" id="{DAA0FAD3-F3DE-4E73-B17D-188C8A07D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6452" y="734072"/>
            <a:ext cx="414000" cy="523590"/>
          </a:xfrm>
          <a:prstGeom prst="rect">
            <a:avLst/>
          </a:prstGeom>
        </p:spPr>
      </p:pic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A959FBAD-7AE6-77E4-9654-16D0C01DA92E}"/>
              </a:ext>
            </a:extLst>
          </p:cNvPr>
          <p:cNvSpPr>
            <a:spLocks noGrp="1"/>
          </p:cNvSpPr>
          <p:nvPr>
            <p:ph type="pic" sz="quarter" idx="172" hasCustomPrompt="1"/>
          </p:nvPr>
        </p:nvSpPr>
        <p:spPr>
          <a:xfrm>
            <a:off x="359988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7AA44BF1-48A0-773C-88B0-BA0A8B893FC6}"/>
              </a:ext>
            </a:extLst>
          </p:cNvPr>
          <p:cNvSpPr>
            <a:spLocks noGrp="1"/>
          </p:cNvSpPr>
          <p:nvPr>
            <p:ph type="pic" sz="quarter" idx="171" hasCustomPrompt="1"/>
          </p:nvPr>
        </p:nvSpPr>
        <p:spPr>
          <a:xfrm>
            <a:off x="801536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3" name="Picture Placeholder 6">
            <a:extLst>
              <a:ext uri="{FF2B5EF4-FFF2-40B4-BE49-F238E27FC236}">
                <a16:creationId xmlns:a16="http://schemas.microsoft.com/office/drawing/2014/main" id="{FEACA295-64C3-2EE3-4463-0685217B63C3}"/>
              </a:ext>
            </a:extLst>
          </p:cNvPr>
          <p:cNvSpPr>
            <a:spLocks noGrp="1"/>
          </p:cNvSpPr>
          <p:nvPr>
            <p:ph type="pic" sz="quarter" idx="170" hasCustomPrompt="1"/>
          </p:nvPr>
        </p:nvSpPr>
        <p:spPr>
          <a:xfrm>
            <a:off x="1398109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700E6924-ED67-026A-8FEF-38DD4D29AD69}"/>
              </a:ext>
            </a:extLst>
          </p:cNvPr>
          <p:cNvSpPr>
            <a:spLocks noGrp="1"/>
          </p:cNvSpPr>
          <p:nvPr>
            <p:ph type="pic" sz="quarter" idx="169" hasCustomPrompt="1"/>
          </p:nvPr>
        </p:nvSpPr>
        <p:spPr>
          <a:xfrm>
            <a:off x="1839657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3368C65C-2A92-4AE6-0601-33C0D7E894E7}"/>
              </a:ext>
            </a:extLst>
          </p:cNvPr>
          <p:cNvSpPr>
            <a:spLocks noGrp="1"/>
          </p:cNvSpPr>
          <p:nvPr>
            <p:ph type="pic" sz="quarter" idx="168" hasCustomPrompt="1"/>
          </p:nvPr>
        </p:nvSpPr>
        <p:spPr>
          <a:xfrm>
            <a:off x="2533461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EBB3CC5A-9E8C-12B5-2DB1-F357526912BF}"/>
              </a:ext>
            </a:extLst>
          </p:cNvPr>
          <p:cNvSpPr>
            <a:spLocks noGrp="1"/>
          </p:cNvSpPr>
          <p:nvPr>
            <p:ph type="pic" sz="quarter" idx="167" hasCustomPrompt="1"/>
          </p:nvPr>
        </p:nvSpPr>
        <p:spPr>
          <a:xfrm>
            <a:off x="2975009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8329A5A5-5B21-956F-6079-539F0C42CF94}"/>
              </a:ext>
            </a:extLst>
          </p:cNvPr>
          <p:cNvSpPr>
            <a:spLocks noGrp="1"/>
          </p:cNvSpPr>
          <p:nvPr>
            <p:ph type="pic" sz="quarter" idx="166" hasCustomPrompt="1"/>
          </p:nvPr>
        </p:nvSpPr>
        <p:spPr>
          <a:xfrm>
            <a:off x="3573740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CF0BFB31-01A9-4350-2729-5B6D1EABC474}"/>
              </a:ext>
            </a:extLst>
          </p:cNvPr>
          <p:cNvSpPr>
            <a:spLocks noGrp="1"/>
          </p:cNvSpPr>
          <p:nvPr>
            <p:ph type="pic" sz="quarter" idx="165" hasCustomPrompt="1"/>
          </p:nvPr>
        </p:nvSpPr>
        <p:spPr>
          <a:xfrm>
            <a:off x="4015288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43" name="Picture Placeholder 6">
            <a:extLst>
              <a:ext uri="{FF2B5EF4-FFF2-40B4-BE49-F238E27FC236}">
                <a16:creationId xmlns:a16="http://schemas.microsoft.com/office/drawing/2014/main" id="{A6F650C6-D9B5-8D75-5ED7-D2499AF57604}"/>
              </a:ext>
            </a:extLst>
          </p:cNvPr>
          <p:cNvSpPr>
            <a:spLocks noGrp="1"/>
          </p:cNvSpPr>
          <p:nvPr>
            <p:ph type="pic" sz="quarter" idx="180" hasCustomPrompt="1"/>
          </p:nvPr>
        </p:nvSpPr>
        <p:spPr>
          <a:xfrm>
            <a:off x="4705804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42" name="Picture Placeholder 6">
            <a:extLst>
              <a:ext uri="{FF2B5EF4-FFF2-40B4-BE49-F238E27FC236}">
                <a16:creationId xmlns:a16="http://schemas.microsoft.com/office/drawing/2014/main" id="{F8D89E32-4B55-DDB3-BF87-5A03CA35DFE2}"/>
              </a:ext>
            </a:extLst>
          </p:cNvPr>
          <p:cNvSpPr>
            <a:spLocks noGrp="1"/>
          </p:cNvSpPr>
          <p:nvPr>
            <p:ph type="pic" sz="quarter" idx="179" hasCustomPrompt="1"/>
          </p:nvPr>
        </p:nvSpPr>
        <p:spPr>
          <a:xfrm>
            <a:off x="5147352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41" name="Picture Placeholder 6">
            <a:extLst>
              <a:ext uri="{FF2B5EF4-FFF2-40B4-BE49-F238E27FC236}">
                <a16:creationId xmlns:a16="http://schemas.microsoft.com/office/drawing/2014/main" id="{B4CA4144-1DA2-143B-AEFA-404D686B0B55}"/>
              </a:ext>
            </a:extLst>
          </p:cNvPr>
          <p:cNvSpPr>
            <a:spLocks noGrp="1"/>
          </p:cNvSpPr>
          <p:nvPr>
            <p:ph type="pic" sz="quarter" idx="178" hasCustomPrompt="1"/>
          </p:nvPr>
        </p:nvSpPr>
        <p:spPr>
          <a:xfrm>
            <a:off x="5753256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820E010E-770F-A8B1-81CA-E5403CBCB401}"/>
              </a:ext>
            </a:extLst>
          </p:cNvPr>
          <p:cNvSpPr>
            <a:spLocks noGrp="1"/>
          </p:cNvSpPr>
          <p:nvPr>
            <p:ph type="pic" sz="quarter" idx="177" hasCustomPrompt="1"/>
          </p:nvPr>
        </p:nvSpPr>
        <p:spPr>
          <a:xfrm>
            <a:off x="6194804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9" name="Picture Placeholder 6">
            <a:extLst>
              <a:ext uri="{FF2B5EF4-FFF2-40B4-BE49-F238E27FC236}">
                <a16:creationId xmlns:a16="http://schemas.microsoft.com/office/drawing/2014/main" id="{00BBE999-B32B-66CC-9734-606AC1945929}"/>
              </a:ext>
            </a:extLst>
          </p:cNvPr>
          <p:cNvSpPr>
            <a:spLocks noGrp="1"/>
          </p:cNvSpPr>
          <p:nvPr>
            <p:ph type="pic" sz="quarter" idx="176" hasCustomPrompt="1"/>
          </p:nvPr>
        </p:nvSpPr>
        <p:spPr>
          <a:xfrm>
            <a:off x="6888608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59891824-71BD-C58E-C18A-354F9746C57E}"/>
              </a:ext>
            </a:extLst>
          </p:cNvPr>
          <p:cNvSpPr>
            <a:spLocks noGrp="1"/>
          </p:cNvSpPr>
          <p:nvPr>
            <p:ph type="pic" sz="quarter" idx="175" hasCustomPrompt="1"/>
          </p:nvPr>
        </p:nvSpPr>
        <p:spPr>
          <a:xfrm>
            <a:off x="7330156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AEF3C34A-8DB4-FA6D-534E-E91925E2EDE0}"/>
              </a:ext>
            </a:extLst>
          </p:cNvPr>
          <p:cNvSpPr>
            <a:spLocks noGrp="1"/>
          </p:cNvSpPr>
          <p:nvPr>
            <p:ph type="pic" sz="quarter" idx="174" hasCustomPrompt="1"/>
          </p:nvPr>
        </p:nvSpPr>
        <p:spPr>
          <a:xfrm>
            <a:off x="7928887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5B36926D-22D4-3855-0B28-9C042A06E000}"/>
              </a:ext>
            </a:extLst>
          </p:cNvPr>
          <p:cNvSpPr>
            <a:spLocks noGrp="1"/>
          </p:cNvSpPr>
          <p:nvPr>
            <p:ph type="pic" sz="quarter" idx="173" hasCustomPrompt="1"/>
          </p:nvPr>
        </p:nvSpPr>
        <p:spPr>
          <a:xfrm>
            <a:off x="8370435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80" name="Text Placeholder 179">
            <a:extLst>
              <a:ext uri="{FF2B5EF4-FFF2-40B4-BE49-F238E27FC236}">
                <a16:creationId xmlns:a16="http://schemas.microsoft.com/office/drawing/2014/main" id="{4DF01C41-1B73-48A3-B75E-7A1B0BBABD1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268980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181" name="Text Placeholder 179">
            <a:extLst>
              <a:ext uri="{FF2B5EF4-FFF2-40B4-BE49-F238E27FC236}">
                <a16:creationId xmlns:a16="http://schemas.microsoft.com/office/drawing/2014/main" id="{46C281E0-C904-4621-BD18-38C012ADBB2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68980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2" name="Text Placeholder 179">
            <a:extLst>
              <a:ext uri="{FF2B5EF4-FFF2-40B4-BE49-F238E27FC236}">
                <a16:creationId xmlns:a16="http://schemas.microsoft.com/office/drawing/2014/main" id="{54A1AFEC-DEA8-E658-0EC6-9AFD4CFCBF8C}"/>
              </a:ext>
            </a:extLst>
          </p:cNvPr>
          <p:cNvSpPr>
            <a:spLocks noGrp="1"/>
          </p:cNvSpPr>
          <p:nvPr>
            <p:ph type="body" sz="quarter" idx="191" hasCustomPrompt="1"/>
          </p:nvPr>
        </p:nvSpPr>
        <p:spPr>
          <a:xfrm>
            <a:off x="777466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6" name="Text Placeholder 179">
            <a:extLst>
              <a:ext uri="{FF2B5EF4-FFF2-40B4-BE49-F238E27FC236}">
                <a16:creationId xmlns:a16="http://schemas.microsoft.com/office/drawing/2014/main" id="{D6AFE887-0D3F-6D74-E386-71FB22ECBF6F}"/>
              </a:ext>
            </a:extLst>
          </p:cNvPr>
          <p:cNvSpPr>
            <a:spLocks noGrp="1"/>
          </p:cNvSpPr>
          <p:nvPr>
            <p:ph type="body" sz="quarter" idx="192" hasCustomPrompt="1"/>
          </p:nvPr>
        </p:nvSpPr>
        <p:spPr>
          <a:xfrm>
            <a:off x="777466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16" name="Text Placeholder 179">
            <a:extLst>
              <a:ext uri="{FF2B5EF4-FFF2-40B4-BE49-F238E27FC236}">
                <a16:creationId xmlns:a16="http://schemas.microsoft.com/office/drawing/2014/main" id="{ADC8D393-E006-23A9-BF77-18E2DC42F103}"/>
              </a:ext>
            </a:extLst>
          </p:cNvPr>
          <p:cNvSpPr>
            <a:spLocks noGrp="1"/>
          </p:cNvSpPr>
          <p:nvPr>
            <p:ph type="body" sz="quarter" idx="193" hasCustomPrompt="1"/>
          </p:nvPr>
        </p:nvSpPr>
        <p:spPr>
          <a:xfrm>
            <a:off x="1306594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17" name="Text Placeholder 179">
            <a:extLst>
              <a:ext uri="{FF2B5EF4-FFF2-40B4-BE49-F238E27FC236}">
                <a16:creationId xmlns:a16="http://schemas.microsoft.com/office/drawing/2014/main" id="{4D238F2E-6081-8573-8076-6BB703A589DD}"/>
              </a:ext>
            </a:extLst>
          </p:cNvPr>
          <p:cNvSpPr>
            <a:spLocks noGrp="1"/>
          </p:cNvSpPr>
          <p:nvPr>
            <p:ph type="body" sz="quarter" idx="194" hasCustomPrompt="1"/>
          </p:nvPr>
        </p:nvSpPr>
        <p:spPr>
          <a:xfrm>
            <a:off x="1306594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18" name="Text Placeholder 179">
            <a:extLst>
              <a:ext uri="{FF2B5EF4-FFF2-40B4-BE49-F238E27FC236}">
                <a16:creationId xmlns:a16="http://schemas.microsoft.com/office/drawing/2014/main" id="{8F6CC70F-6A13-64D4-2E06-EB54C54A0FEE}"/>
              </a:ext>
            </a:extLst>
          </p:cNvPr>
          <p:cNvSpPr>
            <a:spLocks noGrp="1"/>
          </p:cNvSpPr>
          <p:nvPr>
            <p:ph type="body" sz="quarter" idx="195" hasCustomPrompt="1"/>
          </p:nvPr>
        </p:nvSpPr>
        <p:spPr>
          <a:xfrm>
            <a:off x="1815080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19" name="Text Placeholder 179">
            <a:extLst>
              <a:ext uri="{FF2B5EF4-FFF2-40B4-BE49-F238E27FC236}">
                <a16:creationId xmlns:a16="http://schemas.microsoft.com/office/drawing/2014/main" id="{3EBBF630-56DA-7E82-8CE4-31092678668E}"/>
              </a:ext>
            </a:extLst>
          </p:cNvPr>
          <p:cNvSpPr>
            <a:spLocks noGrp="1"/>
          </p:cNvSpPr>
          <p:nvPr>
            <p:ph type="body" sz="quarter" idx="196" hasCustomPrompt="1"/>
          </p:nvPr>
        </p:nvSpPr>
        <p:spPr>
          <a:xfrm>
            <a:off x="1815080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26" name="Text Placeholder 179">
            <a:extLst>
              <a:ext uri="{FF2B5EF4-FFF2-40B4-BE49-F238E27FC236}">
                <a16:creationId xmlns:a16="http://schemas.microsoft.com/office/drawing/2014/main" id="{4A11F9B4-B5F6-BB25-B206-1F26ED9FFCB7}"/>
              </a:ext>
            </a:extLst>
          </p:cNvPr>
          <p:cNvSpPr>
            <a:spLocks noGrp="1"/>
          </p:cNvSpPr>
          <p:nvPr>
            <p:ph type="body" sz="quarter" idx="197" hasCustomPrompt="1"/>
          </p:nvPr>
        </p:nvSpPr>
        <p:spPr>
          <a:xfrm>
            <a:off x="2441697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46" name="Text Placeholder 179">
            <a:extLst>
              <a:ext uri="{FF2B5EF4-FFF2-40B4-BE49-F238E27FC236}">
                <a16:creationId xmlns:a16="http://schemas.microsoft.com/office/drawing/2014/main" id="{AFBE36E4-D6B2-06B1-15F0-FC4883BD2927}"/>
              </a:ext>
            </a:extLst>
          </p:cNvPr>
          <p:cNvSpPr>
            <a:spLocks noGrp="1"/>
          </p:cNvSpPr>
          <p:nvPr>
            <p:ph type="body" sz="quarter" idx="198" hasCustomPrompt="1"/>
          </p:nvPr>
        </p:nvSpPr>
        <p:spPr>
          <a:xfrm>
            <a:off x="2441697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49" name="Text Placeholder 179">
            <a:extLst>
              <a:ext uri="{FF2B5EF4-FFF2-40B4-BE49-F238E27FC236}">
                <a16:creationId xmlns:a16="http://schemas.microsoft.com/office/drawing/2014/main" id="{08077825-4209-819D-3DBD-691622C25D6E}"/>
              </a:ext>
            </a:extLst>
          </p:cNvPr>
          <p:cNvSpPr>
            <a:spLocks noGrp="1"/>
          </p:cNvSpPr>
          <p:nvPr>
            <p:ph type="body" sz="quarter" idx="199" hasCustomPrompt="1"/>
          </p:nvPr>
        </p:nvSpPr>
        <p:spPr>
          <a:xfrm>
            <a:off x="2950183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50" name="Text Placeholder 179">
            <a:extLst>
              <a:ext uri="{FF2B5EF4-FFF2-40B4-BE49-F238E27FC236}">
                <a16:creationId xmlns:a16="http://schemas.microsoft.com/office/drawing/2014/main" id="{CDCDDAB5-4DC3-5465-0F0F-EEA2923B86F8}"/>
              </a:ext>
            </a:extLst>
          </p:cNvPr>
          <p:cNvSpPr>
            <a:spLocks noGrp="1"/>
          </p:cNvSpPr>
          <p:nvPr>
            <p:ph type="body" sz="quarter" idx="200" hasCustomPrompt="1"/>
          </p:nvPr>
        </p:nvSpPr>
        <p:spPr>
          <a:xfrm>
            <a:off x="2950183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59" name="Text Placeholder 179">
            <a:extLst>
              <a:ext uri="{FF2B5EF4-FFF2-40B4-BE49-F238E27FC236}">
                <a16:creationId xmlns:a16="http://schemas.microsoft.com/office/drawing/2014/main" id="{8BBDA17A-C34A-44DC-76BE-FDC1BC427AF1}"/>
              </a:ext>
            </a:extLst>
          </p:cNvPr>
          <p:cNvSpPr>
            <a:spLocks noGrp="1"/>
          </p:cNvSpPr>
          <p:nvPr>
            <p:ph type="body" sz="quarter" idx="201" hasCustomPrompt="1"/>
          </p:nvPr>
        </p:nvSpPr>
        <p:spPr>
          <a:xfrm>
            <a:off x="3479311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60" name="Text Placeholder 179">
            <a:extLst>
              <a:ext uri="{FF2B5EF4-FFF2-40B4-BE49-F238E27FC236}">
                <a16:creationId xmlns:a16="http://schemas.microsoft.com/office/drawing/2014/main" id="{3FFCF5FF-2644-1490-370C-C6A4F6E3BB80}"/>
              </a:ext>
            </a:extLst>
          </p:cNvPr>
          <p:cNvSpPr>
            <a:spLocks noGrp="1"/>
          </p:cNvSpPr>
          <p:nvPr>
            <p:ph type="body" sz="quarter" idx="202" hasCustomPrompt="1"/>
          </p:nvPr>
        </p:nvSpPr>
        <p:spPr>
          <a:xfrm>
            <a:off x="3479311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61" name="Text Placeholder 179">
            <a:extLst>
              <a:ext uri="{FF2B5EF4-FFF2-40B4-BE49-F238E27FC236}">
                <a16:creationId xmlns:a16="http://schemas.microsoft.com/office/drawing/2014/main" id="{28A92C52-273B-781B-12AD-E798EAB01F47}"/>
              </a:ext>
            </a:extLst>
          </p:cNvPr>
          <p:cNvSpPr>
            <a:spLocks noGrp="1"/>
          </p:cNvSpPr>
          <p:nvPr>
            <p:ph type="body" sz="quarter" idx="203" hasCustomPrompt="1"/>
          </p:nvPr>
        </p:nvSpPr>
        <p:spPr>
          <a:xfrm>
            <a:off x="3987797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69" name="Text Placeholder 179">
            <a:extLst>
              <a:ext uri="{FF2B5EF4-FFF2-40B4-BE49-F238E27FC236}">
                <a16:creationId xmlns:a16="http://schemas.microsoft.com/office/drawing/2014/main" id="{DF3128EF-3E8A-282B-1614-F35947173C9E}"/>
              </a:ext>
            </a:extLst>
          </p:cNvPr>
          <p:cNvSpPr>
            <a:spLocks noGrp="1"/>
          </p:cNvSpPr>
          <p:nvPr>
            <p:ph type="body" sz="quarter" idx="204" hasCustomPrompt="1"/>
          </p:nvPr>
        </p:nvSpPr>
        <p:spPr>
          <a:xfrm>
            <a:off x="3987797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0" name="Text Placeholder 179">
            <a:extLst>
              <a:ext uri="{FF2B5EF4-FFF2-40B4-BE49-F238E27FC236}">
                <a16:creationId xmlns:a16="http://schemas.microsoft.com/office/drawing/2014/main" id="{C7F23E0F-CF0A-2C28-E25F-6A56184CC0F5}"/>
              </a:ext>
            </a:extLst>
          </p:cNvPr>
          <p:cNvSpPr>
            <a:spLocks noGrp="1"/>
          </p:cNvSpPr>
          <p:nvPr>
            <p:ph type="body" sz="quarter" idx="205" hasCustomPrompt="1"/>
          </p:nvPr>
        </p:nvSpPr>
        <p:spPr>
          <a:xfrm>
            <a:off x="4622206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71" name="Text Placeholder 179">
            <a:extLst>
              <a:ext uri="{FF2B5EF4-FFF2-40B4-BE49-F238E27FC236}">
                <a16:creationId xmlns:a16="http://schemas.microsoft.com/office/drawing/2014/main" id="{B5F53D8D-EB2A-78AB-CE14-6B212E704B62}"/>
              </a:ext>
            </a:extLst>
          </p:cNvPr>
          <p:cNvSpPr>
            <a:spLocks noGrp="1"/>
          </p:cNvSpPr>
          <p:nvPr>
            <p:ph type="body" sz="quarter" idx="206" hasCustomPrompt="1"/>
          </p:nvPr>
        </p:nvSpPr>
        <p:spPr>
          <a:xfrm>
            <a:off x="4622206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2" name="Text Placeholder 179">
            <a:extLst>
              <a:ext uri="{FF2B5EF4-FFF2-40B4-BE49-F238E27FC236}">
                <a16:creationId xmlns:a16="http://schemas.microsoft.com/office/drawing/2014/main" id="{91D414EF-2527-D3B1-C854-F923737D9F70}"/>
              </a:ext>
            </a:extLst>
          </p:cNvPr>
          <p:cNvSpPr>
            <a:spLocks noGrp="1"/>
          </p:cNvSpPr>
          <p:nvPr>
            <p:ph type="body" sz="quarter" idx="207" hasCustomPrompt="1"/>
          </p:nvPr>
        </p:nvSpPr>
        <p:spPr>
          <a:xfrm>
            <a:off x="5130692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73" name="Text Placeholder 179">
            <a:extLst>
              <a:ext uri="{FF2B5EF4-FFF2-40B4-BE49-F238E27FC236}">
                <a16:creationId xmlns:a16="http://schemas.microsoft.com/office/drawing/2014/main" id="{F25F8C42-0346-2739-0F63-23661A726377}"/>
              </a:ext>
            </a:extLst>
          </p:cNvPr>
          <p:cNvSpPr>
            <a:spLocks noGrp="1"/>
          </p:cNvSpPr>
          <p:nvPr>
            <p:ph type="body" sz="quarter" idx="208" hasCustomPrompt="1"/>
          </p:nvPr>
        </p:nvSpPr>
        <p:spPr>
          <a:xfrm>
            <a:off x="5130692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4" name="Text Placeholder 179">
            <a:extLst>
              <a:ext uri="{FF2B5EF4-FFF2-40B4-BE49-F238E27FC236}">
                <a16:creationId xmlns:a16="http://schemas.microsoft.com/office/drawing/2014/main" id="{43727945-EC83-5244-A911-255A2142B03E}"/>
              </a:ext>
            </a:extLst>
          </p:cNvPr>
          <p:cNvSpPr>
            <a:spLocks noGrp="1"/>
          </p:cNvSpPr>
          <p:nvPr>
            <p:ph type="body" sz="quarter" idx="209" hasCustomPrompt="1"/>
          </p:nvPr>
        </p:nvSpPr>
        <p:spPr>
          <a:xfrm>
            <a:off x="5659820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75" name="Text Placeholder 179">
            <a:extLst>
              <a:ext uri="{FF2B5EF4-FFF2-40B4-BE49-F238E27FC236}">
                <a16:creationId xmlns:a16="http://schemas.microsoft.com/office/drawing/2014/main" id="{38B4FDE8-1B45-3BA9-BC12-9400A7C84C16}"/>
              </a:ext>
            </a:extLst>
          </p:cNvPr>
          <p:cNvSpPr>
            <a:spLocks noGrp="1"/>
          </p:cNvSpPr>
          <p:nvPr>
            <p:ph type="body" sz="quarter" idx="210" hasCustomPrompt="1"/>
          </p:nvPr>
        </p:nvSpPr>
        <p:spPr>
          <a:xfrm>
            <a:off x="5659820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6" name="Text Placeholder 179">
            <a:extLst>
              <a:ext uri="{FF2B5EF4-FFF2-40B4-BE49-F238E27FC236}">
                <a16:creationId xmlns:a16="http://schemas.microsoft.com/office/drawing/2014/main" id="{A73D7CE7-088F-CA7B-3932-E199DD2733B6}"/>
              </a:ext>
            </a:extLst>
          </p:cNvPr>
          <p:cNvSpPr>
            <a:spLocks noGrp="1"/>
          </p:cNvSpPr>
          <p:nvPr>
            <p:ph type="body" sz="quarter" idx="211" hasCustomPrompt="1"/>
          </p:nvPr>
        </p:nvSpPr>
        <p:spPr>
          <a:xfrm>
            <a:off x="6168306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77" name="Text Placeholder 179">
            <a:extLst>
              <a:ext uri="{FF2B5EF4-FFF2-40B4-BE49-F238E27FC236}">
                <a16:creationId xmlns:a16="http://schemas.microsoft.com/office/drawing/2014/main" id="{410A72D8-5BB4-A7FF-E9A3-57F0B5FBB5EE}"/>
              </a:ext>
            </a:extLst>
          </p:cNvPr>
          <p:cNvSpPr>
            <a:spLocks noGrp="1"/>
          </p:cNvSpPr>
          <p:nvPr>
            <p:ph type="body" sz="quarter" idx="212" hasCustomPrompt="1"/>
          </p:nvPr>
        </p:nvSpPr>
        <p:spPr>
          <a:xfrm>
            <a:off x="6168306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8" name="Text Placeholder 179">
            <a:extLst>
              <a:ext uri="{FF2B5EF4-FFF2-40B4-BE49-F238E27FC236}">
                <a16:creationId xmlns:a16="http://schemas.microsoft.com/office/drawing/2014/main" id="{8144FFF7-7A74-60A0-B8EE-83B16F881901}"/>
              </a:ext>
            </a:extLst>
          </p:cNvPr>
          <p:cNvSpPr>
            <a:spLocks noGrp="1"/>
          </p:cNvSpPr>
          <p:nvPr>
            <p:ph type="body" sz="quarter" idx="213" hasCustomPrompt="1"/>
          </p:nvPr>
        </p:nvSpPr>
        <p:spPr>
          <a:xfrm>
            <a:off x="6794923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79" name="Text Placeholder 179">
            <a:extLst>
              <a:ext uri="{FF2B5EF4-FFF2-40B4-BE49-F238E27FC236}">
                <a16:creationId xmlns:a16="http://schemas.microsoft.com/office/drawing/2014/main" id="{F0382916-5337-ED7B-F6F6-91C8BAEEFE49}"/>
              </a:ext>
            </a:extLst>
          </p:cNvPr>
          <p:cNvSpPr>
            <a:spLocks noGrp="1"/>
          </p:cNvSpPr>
          <p:nvPr>
            <p:ph type="body" sz="quarter" idx="214" hasCustomPrompt="1"/>
          </p:nvPr>
        </p:nvSpPr>
        <p:spPr>
          <a:xfrm>
            <a:off x="6794923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80" name="Text Placeholder 179">
            <a:extLst>
              <a:ext uri="{FF2B5EF4-FFF2-40B4-BE49-F238E27FC236}">
                <a16:creationId xmlns:a16="http://schemas.microsoft.com/office/drawing/2014/main" id="{259FEFF6-114A-D490-DA5E-AB0BE6B367D3}"/>
              </a:ext>
            </a:extLst>
          </p:cNvPr>
          <p:cNvSpPr>
            <a:spLocks noGrp="1"/>
          </p:cNvSpPr>
          <p:nvPr>
            <p:ph type="body" sz="quarter" idx="215" hasCustomPrompt="1"/>
          </p:nvPr>
        </p:nvSpPr>
        <p:spPr>
          <a:xfrm>
            <a:off x="7303409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81" name="Text Placeholder 179">
            <a:extLst>
              <a:ext uri="{FF2B5EF4-FFF2-40B4-BE49-F238E27FC236}">
                <a16:creationId xmlns:a16="http://schemas.microsoft.com/office/drawing/2014/main" id="{D6DBA8C9-C99D-6BAD-EB83-F51E2FF3644C}"/>
              </a:ext>
            </a:extLst>
          </p:cNvPr>
          <p:cNvSpPr>
            <a:spLocks noGrp="1"/>
          </p:cNvSpPr>
          <p:nvPr>
            <p:ph type="body" sz="quarter" idx="216" hasCustomPrompt="1"/>
          </p:nvPr>
        </p:nvSpPr>
        <p:spPr>
          <a:xfrm>
            <a:off x="7303409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82" name="Text Placeholder 179">
            <a:extLst>
              <a:ext uri="{FF2B5EF4-FFF2-40B4-BE49-F238E27FC236}">
                <a16:creationId xmlns:a16="http://schemas.microsoft.com/office/drawing/2014/main" id="{DE76985C-F51B-2553-8B66-E03B88443B48}"/>
              </a:ext>
            </a:extLst>
          </p:cNvPr>
          <p:cNvSpPr>
            <a:spLocks noGrp="1"/>
          </p:cNvSpPr>
          <p:nvPr>
            <p:ph type="body" sz="quarter" idx="217" hasCustomPrompt="1"/>
          </p:nvPr>
        </p:nvSpPr>
        <p:spPr>
          <a:xfrm>
            <a:off x="7832537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83" name="Text Placeholder 179">
            <a:extLst>
              <a:ext uri="{FF2B5EF4-FFF2-40B4-BE49-F238E27FC236}">
                <a16:creationId xmlns:a16="http://schemas.microsoft.com/office/drawing/2014/main" id="{8F9788AA-115C-19D2-DD0E-2840E5D390C1}"/>
              </a:ext>
            </a:extLst>
          </p:cNvPr>
          <p:cNvSpPr>
            <a:spLocks noGrp="1"/>
          </p:cNvSpPr>
          <p:nvPr>
            <p:ph type="body" sz="quarter" idx="218" hasCustomPrompt="1"/>
          </p:nvPr>
        </p:nvSpPr>
        <p:spPr>
          <a:xfrm>
            <a:off x="7832537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84" name="Text Placeholder 179">
            <a:extLst>
              <a:ext uri="{FF2B5EF4-FFF2-40B4-BE49-F238E27FC236}">
                <a16:creationId xmlns:a16="http://schemas.microsoft.com/office/drawing/2014/main" id="{9E1A56D6-315F-87B6-4E78-C9CBB0155DB0}"/>
              </a:ext>
            </a:extLst>
          </p:cNvPr>
          <p:cNvSpPr>
            <a:spLocks noGrp="1"/>
          </p:cNvSpPr>
          <p:nvPr>
            <p:ph type="body" sz="quarter" idx="219" hasCustomPrompt="1"/>
          </p:nvPr>
        </p:nvSpPr>
        <p:spPr>
          <a:xfrm>
            <a:off x="8341023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85" name="Text Placeholder 179">
            <a:extLst>
              <a:ext uri="{FF2B5EF4-FFF2-40B4-BE49-F238E27FC236}">
                <a16:creationId xmlns:a16="http://schemas.microsoft.com/office/drawing/2014/main" id="{15D2196F-C7E6-32D3-1368-4D486C879439}"/>
              </a:ext>
            </a:extLst>
          </p:cNvPr>
          <p:cNvSpPr>
            <a:spLocks noGrp="1"/>
          </p:cNvSpPr>
          <p:nvPr>
            <p:ph type="body" sz="quarter" idx="220" hasCustomPrompt="1"/>
          </p:nvPr>
        </p:nvSpPr>
        <p:spPr>
          <a:xfrm>
            <a:off x="8341023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54" name="Picture Placeholder 6">
            <a:extLst>
              <a:ext uri="{FF2B5EF4-FFF2-40B4-BE49-F238E27FC236}">
                <a16:creationId xmlns:a16="http://schemas.microsoft.com/office/drawing/2014/main" id="{F486D794-4CCB-99A4-266D-4C90281142E8}"/>
              </a:ext>
            </a:extLst>
          </p:cNvPr>
          <p:cNvSpPr>
            <a:spLocks noGrp="1"/>
          </p:cNvSpPr>
          <p:nvPr>
            <p:ph type="pic" sz="quarter" idx="183"/>
          </p:nvPr>
        </p:nvSpPr>
        <p:spPr>
          <a:xfrm>
            <a:off x="507148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6">
            <a:extLst>
              <a:ext uri="{FF2B5EF4-FFF2-40B4-BE49-F238E27FC236}">
                <a16:creationId xmlns:a16="http://schemas.microsoft.com/office/drawing/2014/main" id="{CF756B58-557A-754A-572F-158016128B93}"/>
              </a:ext>
            </a:extLst>
          </p:cNvPr>
          <p:cNvSpPr>
            <a:spLocks noGrp="1"/>
          </p:cNvSpPr>
          <p:nvPr>
            <p:ph type="pic" sz="quarter" idx="182"/>
          </p:nvPr>
        </p:nvSpPr>
        <p:spPr>
          <a:xfrm>
            <a:off x="1554329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C123A1E3-0CCC-5586-98FF-A795773A408E}"/>
              </a:ext>
            </a:extLst>
          </p:cNvPr>
          <p:cNvSpPr>
            <a:spLocks noGrp="1"/>
          </p:cNvSpPr>
          <p:nvPr>
            <p:ph type="pic" sz="quarter" idx="181"/>
          </p:nvPr>
        </p:nvSpPr>
        <p:spPr>
          <a:xfrm>
            <a:off x="2680892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6">
            <a:extLst>
              <a:ext uri="{FF2B5EF4-FFF2-40B4-BE49-F238E27FC236}">
                <a16:creationId xmlns:a16="http://schemas.microsoft.com/office/drawing/2014/main" id="{A24DC5B7-5E7C-23BB-2B82-9670092EA79B}"/>
              </a:ext>
            </a:extLst>
          </p:cNvPr>
          <p:cNvSpPr>
            <a:spLocks noGrp="1"/>
          </p:cNvSpPr>
          <p:nvPr>
            <p:ph type="pic" sz="quarter" idx="164"/>
          </p:nvPr>
        </p:nvSpPr>
        <p:spPr>
          <a:xfrm>
            <a:off x="3728073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6">
            <a:extLst>
              <a:ext uri="{FF2B5EF4-FFF2-40B4-BE49-F238E27FC236}">
                <a16:creationId xmlns:a16="http://schemas.microsoft.com/office/drawing/2014/main" id="{DDBB5208-1A56-D698-E42E-5FAC59F8C009}"/>
              </a:ext>
            </a:extLst>
          </p:cNvPr>
          <p:cNvSpPr>
            <a:spLocks noGrp="1"/>
          </p:cNvSpPr>
          <p:nvPr>
            <p:ph type="pic" sz="quarter" idx="187"/>
          </p:nvPr>
        </p:nvSpPr>
        <p:spPr>
          <a:xfrm>
            <a:off x="4867558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6">
            <a:extLst>
              <a:ext uri="{FF2B5EF4-FFF2-40B4-BE49-F238E27FC236}">
                <a16:creationId xmlns:a16="http://schemas.microsoft.com/office/drawing/2014/main" id="{EC9B8A3A-647B-6E43-3CBF-493DDB46AB36}"/>
              </a:ext>
            </a:extLst>
          </p:cNvPr>
          <p:cNvSpPr>
            <a:spLocks noGrp="1"/>
          </p:cNvSpPr>
          <p:nvPr>
            <p:ph type="pic" sz="quarter" idx="186"/>
          </p:nvPr>
        </p:nvSpPr>
        <p:spPr>
          <a:xfrm>
            <a:off x="5914739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6">
            <a:extLst>
              <a:ext uri="{FF2B5EF4-FFF2-40B4-BE49-F238E27FC236}">
                <a16:creationId xmlns:a16="http://schemas.microsoft.com/office/drawing/2014/main" id="{DC10F819-CCD3-8366-69C2-78D34900049B}"/>
              </a:ext>
            </a:extLst>
          </p:cNvPr>
          <p:cNvSpPr>
            <a:spLocks noGrp="1"/>
          </p:cNvSpPr>
          <p:nvPr>
            <p:ph type="pic" sz="quarter" idx="185"/>
          </p:nvPr>
        </p:nvSpPr>
        <p:spPr>
          <a:xfrm>
            <a:off x="7041302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6">
            <a:extLst>
              <a:ext uri="{FF2B5EF4-FFF2-40B4-BE49-F238E27FC236}">
                <a16:creationId xmlns:a16="http://schemas.microsoft.com/office/drawing/2014/main" id="{D2727E99-89A2-CA79-8623-DD9C5235C972}"/>
              </a:ext>
            </a:extLst>
          </p:cNvPr>
          <p:cNvSpPr>
            <a:spLocks noGrp="1"/>
          </p:cNvSpPr>
          <p:nvPr>
            <p:ph type="pic" sz="quarter" idx="184"/>
          </p:nvPr>
        </p:nvSpPr>
        <p:spPr>
          <a:xfrm>
            <a:off x="8088483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6" name="Text Placeholder 179">
            <a:extLst>
              <a:ext uri="{FF2B5EF4-FFF2-40B4-BE49-F238E27FC236}">
                <a16:creationId xmlns:a16="http://schemas.microsoft.com/office/drawing/2014/main" id="{14189237-8A86-46F6-A5CD-A1A05FE0823C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266969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197" name="Text Placeholder 179">
            <a:extLst>
              <a:ext uri="{FF2B5EF4-FFF2-40B4-BE49-F238E27FC236}">
                <a16:creationId xmlns:a16="http://schemas.microsoft.com/office/drawing/2014/main" id="{654B1F4E-E7C3-44BF-A9B3-AE9FFC792119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266969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198" name="Text Placeholder 179">
            <a:extLst>
              <a:ext uri="{FF2B5EF4-FFF2-40B4-BE49-F238E27FC236}">
                <a16:creationId xmlns:a16="http://schemas.microsoft.com/office/drawing/2014/main" id="{B1EF9E8C-22F1-4D5F-AA42-6E93697C83A1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323088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199" name="Text Placeholder 179">
            <a:extLst>
              <a:ext uri="{FF2B5EF4-FFF2-40B4-BE49-F238E27FC236}">
                <a16:creationId xmlns:a16="http://schemas.microsoft.com/office/drawing/2014/main" id="{090DCDEA-3B75-4AD9-B70B-4DF9B4B9640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323088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00" name="Text Placeholder 179">
            <a:extLst>
              <a:ext uri="{FF2B5EF4-FFF2-40B4-BE49-F238E27FC236}">
                <a16:creationId xmlns:a16="http://schemas.microsoft.com/office/drawing/2014/main" id="{37D06020-672E-4772-A180-17A469E35C8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2438204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01" name="Text Placeholder 179">
            <a:extLst>
              <a:ext uri="{FF2B5EF4-FFF2-40B4-BE49-F238E27FC236}">
                <a16:creationId xmlns:a16="http://schemas.microsoft.com/office/drawing/2014/main" id="{F674E2B1-3F50-49F9-86AC-2D6DA5ABDB24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438204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02" name="Text Placeholder 179">
            <a:extLst>
              <a:ext uri="{FF2B5EF4-FFF2-40B4-BE49-F238E27FC236}">
                <a16:creationId xmlns:a16="http://schemas.microsoft.com/office/drawing/2014/main" id="{3386BDBB-47D1-4CE7-9973-808D976F859C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3494323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03" name="Text Placeholder 179">
            <a:extLst>
              <a:ext uri="{FF2B5EF4-FFF2-40B4-BE49-F238E27FC236}">
                <a16:creationId xmlns:a16="http://schemas.microsoft.com/office/drawing/2014/main" id="{DE9EEB08-499E-4F90-97D5-A7255162093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3494323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26" name="Text Placeholder 179">
            <a:extLst>
              <a:ext uri="{FF2B5EF4-FFF2-40B4-BE49-F238E27FC236}">
                <a16:creationId xmlns:a16="http://schemas.microsoft.com/office/drawing/2014/main" id="{39158938-19B2-4A5E-87BA-7C17AEEAD196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4612010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27" name="Text Placeholder 179">
            <a:extLst>
              <a:ext uri="{FF2B5EF4-FFF2-40B4-BE49-F238E27FC236}">
                <a16:creationId xmlns:a16="http://schemas.microsoft.com/office/drawing/2014/main" id="{F70C2C52-0BD0-47A5-8F9C-7BC85BBAE754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612010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28" name="Text Placeholder 179">
            <a:extLst>
              <a:ext uri="{FF2B5EF4-FFF2-40B4-BE49-F238E27FC236}">
                <a16:creationId xmlns:a16="http://schemas.microsoft.com/office/drawing/2014/main" id="{6BA0B195-5D94-40D3-9E11-C90BFBE87E6B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5675748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29" name="Text Placeholder 179">
            <a:extLst>
              <a:ext uri="{FF2B5EF4-FFF2-40B4-BE49-F238E27FC236}">
                <a16:creationId xmlns:a16="http://schemas.microsoft.com/office/drawing/2014/main" id="{A7E014C0-7CC1-4B0B-9E76-58CBFC5FB70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5675750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30" name="Text Placeholder 179">
            <a:extLst>
              <a:ext uri="{FF2B5EF4-FFF2-40B4-BE49-F238E27FC236}">
                <a16:creationId xmlns:a16="http://schemas.microsoft.com/office/drawing/2014/main" id="{B8728203-249C-42A7-BB35-33C58D836968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6806105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1" name="Text Placeholder 179">
            <a:extLst>
              <a:ext uri="{FF2B5EF4-FFF2-40B4-BE49-F238E27FC236}">
                <a16:creationId xmlns:a16="http://schemas.microsoft.com/office/drawing/2014/main" id="{0D7D1A9D-2F9C-4A70-8D1F-027BE2E2B7D7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6806105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32" name="Text Placeholder 179">
            <a:extLst>
              <a:ext uri="{FF2B5EF4-FFF2-40B4-BE49-F238E27FC236}">
                <a16:creationId xmlns:a16="http://schemas.microsoft.com/office/drawing/2014/main" id="{741AEC2A-1D81-4607-8D5D-C1645BB6C467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7862224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3" name="Text Placeholder 179">
            <a:extLst>
              <a:ext uri="{FF2B5EF4-FFF2-40B4-BE49-F238E27FC236}">
                <a16:creationId xmlns:a16="http://schemas.microsoft.com/office/drawing/2014/main" id="{EEFB629C-01A5-4366-B701-6C2A7FEE1A28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7862224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BF1FB862-D85A-7344-F7D5-216B443A4605}"/>
              </a:ext>
            </a:extLst>
          </p:cNvPr>
          <p:cNvSpPr>
            <a:spLocks noGrp="1"/>
          </p:cNvSpPr>
          <p:nvPr>
            <p:ph type="pic" sz="quarter" idx="188"/>
          </p:nvPr>
        </p:nvSpPr>
        <p:spPr>
          <a:xfrm>
            <a:off x="955746" y="2396739"/>
            <a:ext cx="660262" cy="66053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6">
            <a:extLst>
              <a:ext uri="{FF2B5EF4-FFF2-40B4-BE49-F238E27FC236}">
                <a16:creationId xmlns:a16="http://schemas.microsoft.com/office/drawing/2014/main" id="{C790A051-237D-D8D7-94CB-3CB88D41B8F7}"/>
              </a:ext>
            </a:extLst>
          </p:cNvPr>
          <p:cNvSpPr>
            <a:spLocks noGrp="1"/>
          </p:cNvSpPr>
          <p:nvPr>
            <p:ph type="pic" sz="quarter" idx="163"/>
          </p:nvPr>
        </p:nvSpPr>
        <p:spPr>
          <a:xfrm>
            <a:off x="3155782" y="2396739"/>
            <a:ext cx="660262" cy="66053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FBA7F9A2-D093-AF3D-0974-D3FB7E459991}"/>
              </a:ext>
            </a:extLst>
          </p:cNvPr>
          <p:cNvSpPr>
            <a:spLocks noGrp="1"/>
          </p:cNvSpPr>
          <p:nvPr>
            <p:ph type="pic" sz="quarter" idx="190"/>
          </p:nvPr>
        </p:nvSpPr>
        <p:spPr>
          <a:xfrm>
            <a:off x="5303534" y="2396739"/>
            <a:ext cx="660262" cy="66053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4" name="Picture Placeholder 6">
            <a:extLst>
              <a:ext uri="{FF2B5EF4-FFF2-40B4-BE49-F238E27FC236}">
                <a16:creationId xmlns:a16="http://schemas.microsoft.com/office/drawing/2014/main" id="{3505352A-897B-C643-4268-773DC231AE1D}"/>
              </a:ext>
            </a:extLst>
          </p:cNvPr>
          <p:cNvSpPr>
            <a:spLocks noGrp="1"/>
          </p:cNvSpPr>
          <p:nvPr>
            <p:ph type="pic" sz="quarter" idx="189"/>
          </p:nvPr>
        </p:nvSpPr>
        <p:spPr>
          <a:xfrm>
            <a:off x="7503570" y="2396739"/>
            <a:ext cx="660262" cy="66053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4" name="Text Placeholder 179">
            <a:extLst>
              <a:ext uri="{FF2B5EF4-FFF2-40B4-BE49-F238E27FC236}">
                <a16:creationId xmlns:a16="http://schemas.microsoft.com/office/drawing/2014/main" id="{9C6F9571-A94B-4A1B-80D4-5ED3F55449E5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456701" y="3073146"/>
            <a:ext cx="1645920" cy="27432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05" name="Text Placeholder 179">
            <a:extLst>
              <a:ext uri="{FF2B5EF4-FFF2-40B4-BE49-F238E27FC236}">
                <a16:creationId xmlns:a16="http://schemas.microsoft.com/office/drawing/2014/main" id="{E19536A2-2221-4159-BB9E-88C37ED47573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456701" y="3373441"/>
            <a:ext cx="1645920" cy="320374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06" name="Text Placeholder 179">
            <a:extLst>
              <a:ext uri="{FF2B5EF4-FFF2-40B4-BE49-F238E27FC236}">
                <a16:creationId xmlns:a16="http://schemas.microsoft.com/office/drawing/2014/main" id="{076B2552-75B5-4C7D-BF99-CCDEADE5A332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2660521" y="3071110"/>
            <a:ext cx="1645920" cy="27432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07" name="Text Placeholder 179">
            <a:extLst>
              <a:ext uri="{FF2B5EF4-FFF2-40B4-BE49-F238E27FC236}">
                <a16:creationId xmlns:a16="http://schemas.microsoft.com/office/drawing/2014/main" id="{ADF96C12-EE8A-4F27-9F74-B5EC84F9D97F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2660521" y="3373441"/>
            <a:ext cx="1645920" cy="320374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34" name="Text Placeholder 179">
            <a:extLst>
              <a:ext uri="{FF2B5EF4-FFF2-40B4-BE49-F238E27FC236}">
                <a16:creationId xmlns:a16="http://schemas.microsoft.com/office/drawing/2014/main" id="{9B59B216-1D0B-44D6-9608-8B71BF5865FC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4810543" y="3073146"/>
            <a:ext cx="1645920" cy="27432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5" name="Text Placeholder 179">
            <a:extLst>
              <a:ext uri="{FF2B5EF4-FFF2-40B4-BE49-F238E27FC236}">
                <a16:creationId xmlns:a16="http://schemas.microsoft.com/office/drawing/2014/main" id="{F8690D28-2F48-4A24-937B-5BD4DEFAC7F9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4810543" y="3373441"/>
            <a:ext cx="1645920" cy="320374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36" name="Text Placeholder 179">
            <a:extLst>
              <a:ext uri="{FF2B5EF4-FFF2-40B4-BE49-F238E27FC236}">
                <a16:creationId xmlns:a16="http://schemas.microsoft.com/office/drawing/2014/main" id="{23401D2B-114D-4A76-A4CF-1AA14BFA96B2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7023025" y="3071110"/>
            <a:ext cx="1645920" cy="27432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7" name="Text Placeholder 179">
            <a:extLst>
              <a:ext uri="{FF2B5EF4-FFF2-40B4-BE49-F238E27FC236}">
                <a16:creationId xmlns:a16="http://schemas.microsoft.com/office/drawing/2014/main" id="{BD950153-A1C8-485C-937C-B274FC75067C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7018580" y="3373441"/>
            <a:ext cx="1645920" cy="320374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66" name="Picture Placeholder 6">
            <a:extLst>
              <a:ext uri="{FF2B5EF4-FFF2-40B4-BE49-F238E27FC236}">
                <a16:creationId xmlns:a16="http://schemas.microsoft.com/office/drawing/2014/main" id="{92265E42-1FF5-3807-1780-58D316E8B1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90754" y="3665537"/>
            <a:ext cx="788317" cy="78864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6">
            <a:extLst>
              <a:ext uri="{FF2B5EF4-FFF2-40B4-BE49-F238E27FC236}">
                <a16:creationId xmlns:a16="http://schemas.microsoft.com/office/drawing/2014/main" id="{48F44173-9A8F-01F3-3220-0F689EBC6A0C}"/>
              </a:ext>
            </a:extLst>
          </p:cNvPr>
          <p:cNvSpPr>
            <a:spLocks noGrp="1"/>
          </p:cNvSpPr>
          <p:nvPr>
            <p:ph type="pic" sz="quarter" idx="162"/>
          </p:nvPr>
        </p:nvSpPr>
        <p:spPr>
          <a:xfrm>
            <a:off x="4011773" y="3539674"/>
            <a:ext cx="1128431" cy="112889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00183746-2A9A-EF4F-E0B9-D396BA2A7A5C}"/>
              </a:ext>
            </a:extLst>
          </p:cNvPr>
          <p:cNvSpPr>
            <a:spLocks noGrp="1"/>
          </p:cNvSpPr>
          <p:nvPr>
            <p:ph type="pic" sz="quarter" idx="161"/>
          </p:nvPr>
        </p:nvSpPr>
        <p:spPr>
          <a:xfrm>
            <a:off x="6346485" y="3665736"/>
            <a:ext cx="788317" cy="78864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8" name="Text Placeholder 179">
            <a:extLst>
              <a:ext uri="{FF2B5EF4-FFF2-40B4-BE49-F238E27FC236}">
                <a16:creationId xmlns:a16="http://schemas.microsoft.com/office/drawing/2014/main" id="{3C3F6959-FCC8-4BED-AF18-B2CB96DF3F26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471270" y="4473201"/>
            <a:ext cx="1828800" cy="329503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4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40" name="Text Placeholder 179">
            <a:extLst>
              <a:ext uri="{FF2B5EF4-FFF2-40B4-BE49-F238E27FC236}">
                <a16:creationId xmlns:a16="http://schemas.microsoft.com/office/drawing/2014/main" id="{EDB59F7A-7DDB-4D2C-8E0C-B330C41660E0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3474720" y="4695528"/>
            <a:ext cx="2194560" cy="350543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8" name="Text Placeholder 179">
            <a:extLst>
              <a:ext uri="{FF2B5EF4-FFF2-40B4-BE49-F238E27FC236}">
                <a16:creationId xmlns:a16="http://schemas.microsoft.com/office/drawing/2014/main" id="{AF60A85A-AE0E-4B8C-837E-0C598D9B4FD8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5835436" y="4473201"/>
            <a:ext cx="1828800" cy="329503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4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</p:spTree>
    <p:extLst>
      <p:ext uri="{BB962C8B-B14F-4D97-AF65-F5344CB8AC3E}">
        <p14:creationId xmlns:p14="http://schemas.microsoft.com/office/powerpoint/2010/main" val="3718025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mily Tree incl 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9F68A4F8-ADB4-EF60-AE16-8643D458D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670" r="9503"/>
          <a:stretch/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E267CD-7A77-A465-E47E-41F5FC19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9144000" cy="6858000"/>
          </a:xfrm>
          <a:prstGeom prst="rect">
            <a:avLst/>
          </a:prstGeom>
          <a:solidFill>
            <a:schemeClr val="bg1">
              <a:alpha val="904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487EA-C7D3-A528-B58B-15AE725C3A3B}"/>
              </a:ext>
            </a:extLst>
          </p:cNvPr>
          <p:cNvSpPr txBox="1"/>
          <p:nvPr userDrawn="1"/>
        </p:nvSpPr>
        <p:spPr>
          <a:xfrm>
            <a:off x="233551" y="6250466"/>
            <a:ext cx="2349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add your family members photos:</a:t>
            </a:r>
          </a:p>
          <a:p>
            <a:r>
              <a:rPr lang="en-US" sz="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Click the photo icon at the center of the image placeholder,</a:t>
            </a:r>
          </a:p>
          <a:p>
            <a:r>
              <a:rPr lang="en-US" sz="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Browse for images and select the photo you need.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D45523-CB4C-F7DF-6B15-875E0EC22D03}"/>
              </a:ext>
            </a:extLst>
          </p:cNvPr>
          <p:cNvSpPr txBox="1"/>
          <p:nvPr userDrawn="1"/>
        </p:nvSpPr>
        <p:spPr>
          <a:xfrm>
            <a:off x="6610089" y="6248047"/>
            <a:ext cx="2532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change your family members names:</a:t>
            </a:r>
          </a:p>
          <a:p>
            <a:r>
              <a:rPr lang="en-US" sz="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Click the name placeholder under the photo you have inserted.</a:t>
            </a:r>
          </a:p>
          <a:p>
            <a:r>
              <a:rPr lang="en-US" sz="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Type the required name.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A1BBC2-A1D0-BD7E-F3C4-A025E0587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75691" y="1512845"/>
            <a:ext cx="558170" cy="920568"/>
            <a:chOff x="1018449" y="1590857"/>
            <a:chExt cx="558170" cy="920568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9C20BFD-8ADC-D468-7E00-D5AAB46A9EAE}"/>
                </a:ext>
              </a:extLst>
            </p:cNvPr>
            <p:cNvSpPr/>
            <p:nvPr/>
          </p:nvSpPr>
          <p:spPr>
            <a:xfrm>
              <a:off x="1018449" y="1590857"/>
              <a:ext cx="264767" cy="920568"/>
            </a:xfrm>
            <a:custGeom>
              <a:avLst/>
              <a:gdLst>
                <a:gd name="connsiteX0" fmla="*/ 0 w 212480"/>
                <a:gd name="connsiteY0" fmla="*/ 0 h 818205"/>
                <a:gd name="connsiteX1" fmla="*/ 106240 w 212480"/>
                <a:gd name="connsiteY1" fmla="*/ 0 h 818205"/>
                <a:gd name="connsiteX2" fmla="*/ 212480 w 212480"/>
                <a:gd name="connsiteY2" fmla="*/ 145339 h 818205"/>
                <a:gd name="connsiteX3" fmla="*/ 212480 w 212480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0" h="818205">
                  <a:moveTo>
                    <a:pt x="0" y="0"/>
                  </a:moveTo>
                  <a:cubicBezTo>
                    <a:pt x="0" y="0"/>
                    <a:pt x="47360" y="0"/>
                    <a:pt x="106240" y="0"/>
                  </a:cubicBezTo>
                  <a:cubicBezTo>
                    <a:pt x="165120" y="0"/>
                    <a:pt x="212480" y="65941"/>
                    <a:pt x="212480" y="145339"/>
                  </a:cubicBezTo>
                  <a:lnTo>
                    <a:pt x="21248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21E20D9-DC8A-897B-B861-92DEE8109CFE}"/>
                </a:ext>
              </a:extLst>
            </p:cNvPr>
            <p:cNvSpPr/>
            <p:nvPr/>
          </p:nvSpPr>
          <p:spPr>
            <a:xfrm>
              <a:off x="1294736" y="1590857"/>
              <a:ext cx="281883" cy="920568"/>
            </a:xfrm>
            <a:custGeom>
              <a:avLst/>
              <a:gdLst>
                <a:gd name="connsiteX0" fmla="*/ 240640 w 240639"/>
                <a:gd name="connsiteY0" fmla="*/ 0 h 818205"/>
                <a:gd name="connsiteX1" fmla="*/ 120320 w 240639"/>
                <a:gd name="connsiteY1" fmla="*/ 0 h 818205"/>
                <a:gd name="connsiteX2" fmla="*/ 0 w 240639"/>
                <a:gd name="connsiteY2" fmla="*/ 145339 h 818205"/>
                <a:gd name="connsiteX3" fmla="*/ 0 w 240639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9" h="818205">
                  <a:moveTo>
                    <a:pt x="240640" y="0"/>
                  </a:moveTo>
                  <a:cubicBezTo>
                    <a:pt x="240640" y="0"/>
                    <a:pt x="186880" y="0"/>
                    <a:pt x="120320" y="0"/>
                  </a:cubicBezTo>
                  <a:cubicBezTo>
                    <a:pt x="53760" y="0"/>
                    <a:pt x="0" y="65941"/>
                    <a:pt x="0" y="145339"/>
                  </a:cubicBezTo>
                  <a:lnTo>
                    <a:pt x="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E3A24C7-5091-2BF3-29A2-3A29360FF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54616" y="1508834"/>
            <a:ext cx="558170" cy="920568"/>
            <a:chOff x="1018449" y="1590857"/>
            <a:chExt cx="558170" cy="920568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C815B49-935A-33DE-8D18-1DF2FDDA3717}"/>
                </a:ext>
              </a:extLst>
            </p:cNvPr>
            <p:cNvSpPr/>
            <p:nvPr/>
          </p:nvSpPr>
          <p:spPr>
            <a:xfrm>
              <a:off x="1018449" y="1590857"/>
              <a:ext cx="264767" cy="920568"/>
            </a:xfrm>
            <a:custGeom>
              <a:avLst/>
              <a:gdLst>
                <a:gd name="connsiteX0" fmla="*/ 0 w 212480"/>
                <a:gd name="connsiteY0" fmla="*/ 0 h 818205"/>
                <a:gd name="connsiteX1" fmla="*/ 106240 w 212480"/>
                <a:gd name="connsiteY1" fmla="*/ 0 h 818205"/>
                <a:gd name="connsiteX2" fmla="*/ 212480 w 212480"/>
                <a:gd name="connsiteY2" fmla="*/ 145339 h 818205"/>
                <a:gd name="connsiteX3" fmla="*/ 212480 w 212480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0" h="818205">
                  <a:moveTo>
                    <a:pt x="0" y="0"/>
                  </a:moveTo>
                  <a:cubicBezTo>
                    <a:pt x="0" y="0"/>
                    <a:pt x="47360" y="0"/>
                    <a:pt x="106240" y="0"/>
                  </a:cubicBezTo>
                  <a:cubicBezTo>
                    <a:pt x="165120" y="0"/>
                    <a:pt x="212480" y="65941"/>
                    <a:pt x="212480" y="145339"/>
                  </a:cubicBezTo>
                  <a:lnTo>
                    <a:pt x="21248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2B4350B-7E6A-17C1-28E2-979C6DDA36CB}"/>
                </a:ext>
              </a:extLst>
            </p:cNvPr>
            <p:cNvSpPr/>
            <p:nvPr/>
          </p:nvSpPr>
          <p:spPr>
            <a:xfrm>
              <a:off x="1294736" y="1590857"/>
              <a:ext cx="281883" cy="920568"/>
            </a:xfrm>
            <a:custGeom>
              <a:avLst/>
              <a:gdLst>
                <a:gd name="connsiteX0" fmla="*/ 240640 w 240639"/>
                <a:gd name="connsiteY0" fmla="*/ 0 h 818205"/>
                <a:gd name="connsiteX1" fmla="*/ 120320 w 240639"/>
                <a:gd name="connsiteY1" fmla="*/ 0 h 818205"/>
                <a:gd name="connsiteX2" fmla="*/ 0 w 240639"/>
                <a:gd name="connsiteY2" fmla="*/ 145339 h 818205"/>
                <a:gd name="connsiteX3" fmla="*/ 0 w 240639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9" h="818205">
                  <a:moveTo>
                    <a:pt x="240640" y="0"/>
                  </a:moveTo>
                  <a:cubicBezTo>
                    <a:pt x="240640" y="0"/>
                    <a:pt x="186880" y="0"/>
                    <a:pt x="120320" y="0"/>
                  </a:cubicBezTo>
                  <a:cubicBezTo>
                    <a:pt x="53760" y="0"/>
                    <a:pt x="0" y="65941"/>
                    <a:pt x="0" y="145339"/>
                  </a:cubicBezTo>
                  <a:lnTo>
                    <a:pt x="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05482D-E7B5-33AF-B503-BE233D85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94303" y="1506878"/>
            <a:ext cx="558170" cy="920568"/>
            <a:chOff x="1018449" y="1590857"/>
            <a:chExt cx="558170" cy="92056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D5CCE3F-A0CD-48EB-6C32-B3477BFC09ED}"/>
                </a:ext>
              </a:extLst>
            </p:cNvPr>
            <p:cNvSpPr/>
            <p:nvPr/>
          </p:nvSpPr>
          <p:spPr>
            <a:xfrm>
              <a:off x="1018449" y="1590857"/>
              <a:ext cx="264767" cy="920568"/>
            </a:xfrm>
            <a:custGeom>
              <a:avLst/>
              <a:gdLst>
                <a:gd name="connsiteX0" fmla="*/ 0 w 212480"/>
                <a:gd name="connsiteY0" fmla="*/ 0 h 818205"/>
                <a:gd name="connsiteX1" fmla="*/ 106240 w 212480"/>
                <a:gd name="connsiteY1" fmla="*/ 0 h 818205"/>
                <a:gd name="connsiteX2" fmla="*/ 212480 w 212480"/>
                <a:gd name="connsiteY2" fmla="*/ 145339 h 818205"/>
                <a:gd name="connsiteX3" fmla="*/ 212480 w 212480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0" h="818205">
                  <a:moveTo>
                    <a:pt x="0" y="0"/>
                  </a:moveTo>
                  <a:cubicBezTo>
                    <a:pt x="0" y="0"/>
                    <a:pt x="47360" y="0"/>
                    <a:pt x="106240" y="0"/>
                  </a:cubicBezTo>
                  <a:cubicBezTo>
                    <a:pt x="165120" y="0"/>
                    <a:pt x="212480" y="65941"/>
                    <a:pt x="212480" y="145339"/>
                  </a:cubicBezTo>
                  <a:lnTo>
                    <a:pt x="21248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12E3F58-2223-2E90-8A15-DE3EBE0D698A}"/>
                </a:ext>
              </a:extLst>
            </p:cNvPr>
            <p:cNvSpPr/>
            <p:nvPr/>
          </p:nvSpPr>
          <p:spPr>
            <a:xfrm>
              <a:off x="1294736" y="1590857"/>
              <a:ext cx="281883" cy="920568"/>
            </a:xfrm>
            <a:custGeom>
              <a:avLst/>
              <a:gdLst>
                <a:gd name="connsiteX0" fmla="*/ 240640 w 240639"/>
                <a:gd name="connsiteY0" fmla="*/ 0 h 818205"/>
                <a:gd name="connsiteX1" fmla="*/ 120320 w 240639"/>
                <a:gd name="connsiteY1" fmla="*/ 0 h 818205"/>
                <a:gd name="connsiteX2" fmla="*/ 0 w 240639"/>
                <a:gd name="connsiteY2" fmla="*/ 145339 h 818205"/>
                <a:gd name="connsiteX3" fmla="*/ 0 w 240639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9" h="818205">
                  <a:moveTo>
                    <a:pt x="240640" y="0"/>
                  </a:moveTo>
                  <a:cubicBezTo>
                    <a:pt x="240640" y="0"/>
                    <a:pt x="186880" y="0"/>
                    <a:pt x="120320" y="0"/>
                  </a:cubicBezTo>
                  <a:cubicBezTo>
                    <a:pt x="53760" y="0"/>
                    <a:pt x="0" y="65941"/>
                    <a:pt x="0" y="145339"/>
                  </a:cubicBezTo>
                  <a:lnTo>
                    <a:pt x="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4390118-1F68-4D42-B681-CA7A04497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69827" y="4071317"/>
            <a:ext cx="1720104" cy="899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604453-B726-4F56-8AF6-033CB4ED7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40483" y="4071317"/>
            <a:ext cx="1561842" cy="644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Title 1">
            <a:extLst>
              <a:ext uri="{FF2B5EF4-FFF2-40B4-BE49-F238E27FC236}">
                <a16:creationId xmlns:a16="http://schemas.microsoft.com/office/drawing/2014/main" id="{4E4E05BF-5E4A-4A0E-96BD-83B0F33189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5083476"/>
            <a:ext cx="9144000" cy="1087344"/>
          </a:xfrm>
        </p:spPr>
        <p:txBody>
          <a:bodyPr anchor="b">
            <a:noAutofit/>
          </a:bodyPr>
          <a:lstStyle>
            <a:lvl1pPr algn="ctr">
              <a:defRPr sz="4000" b="0" cap="all" spc="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FF55B3-0501-F6DD-FD0C-B53BAED4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554330" y="2728338"/>
            <a:ext cx="1625718" cy="976719"/>
            <a:chOff x="1554330" y="2728338"/>
            <a:chExt cx="1625718" cy="976719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634BFCC-0D43-AF74-A583-C0800C47CBA3}"/>
                </a:ext>
              </a:extLst>
            </p:cNvPr>
            <p:cNvSpPr/>
            <p:nvPr/>
          </p:nvSpPr>
          <p:spPr>
            <a:xfrm>
              <a:off x="1554330" y="2728338"/>
              <a:ext cx="823682" cy="976719"/>
            </a:xfrm>
            <a:custGeom>
              <a:avLst/>
              <a:gdLst>
                <a:gd name="connsiteX0" fmla="*/ 0 w 681005"/>
                <a:gd name="connsiteY0" fmla="*/ 0 h 905384"/>
                <a:gd name="connsiteX1" fmla="*/ 492056 w 681005"/>
                <a:gd name="connsiteY1" fmla="*/ 0 h 905384"/>
                <a:gd name="connsiteX2" fmla="*/ 681006 w 681005"/>
                <a:gd name="connsiteY2" fmla="*/ 188950 h 905384"/>
                <a:gd name="connsiteX3" fmla="*/ 681006 w 681005"/>
                <a:gd name="connsiteY3" fmla="*/ 905385 h 90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1005" h="905384">
                  <a:moveTo>
                    <a:pt x="0" y="0"/>
                  </a:moveTo>
                  <a:lnTo>
                    <a:pt x="492056" y="0"/>
                  </a:lnTo>
                  <a:cubicBezTo>
                    <a:pt x="595716" y="0"/>
                    <a:pt x="681006" y="85290"/>
                    <a:pt x="681006" y="188950"/>
                  </a:cubicBezTo>
                  <a:lnTo>
                    <a:pt x="681006" y="905385"/>
                  </a:lnTo>
                </a:path>
              </a:pathLst>
            </a:custGeom>
            <a:noFill/>
            <a:ln w="52343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06831E6-73A2-901A-AB85-4EC4BD72FAC1}"/>
                </a:ext>
              </a:extLst>
            </p:cNvPr>
            <p:cNvSpPr/>
            <p:nvPr/>
          </p:nvSpPr>
          <p:spPr>
            <a:xfrm>
              <a:off x="2402942" y="2728339"/>
              <a:ext cx="777106" cy="927118"/>
            </a:xfrm>
            <a:custGeom>
              <a:avLst/>
              <a:gdLst>
                <a:gd name="connsiteX0" fmla="*/ 698064 w 698063"/>
                <a:gd name="connsiteY0" fmla="*/ 0 h 898824"/>
                <a:gd name="connsiteX1" fmla="*/ 188950 w 698063"/>
                <a:gd name="connsiteY1" fmla="*/ 0 h 898824"/>
                <a:gd name="connsiteX2" fmla="*/ 0 w 698063"/>
                <a:gd name="connsiteY2" fmla="*/ 188950 h 898824"/>
                <a:gd name="connsiteX3" fmla="*/ 0 w 698063"/>
                <a:gd name="connsiteY3" fmla="*/ 898824 h 89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063" h="898824">
                  <a:moveTo>
                    <a:pt x="698064" y="0"/>
                  </a:moveTo>
                  <a:lnTo>
                    <a:pt x="188950" y="0"/>
                  </a:lnTo>
                  <a:cubicBezTo>
                    <a:pt x="85290" y="0"/>
                    <a:pt x="0" y="85290"/>
                    <a:pt x="0" y="188950"/>
                  </a:cubicBezTo>
                  <a:lnTo>
                    <a:pt x="0" y="898824"/>
                  </a:lnTo>
                </a:path>
              </a:pathLst>
            </a:custGeom>
            <a:noFill/>
            <a:ln w="52343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06" name="Subtitle 2">
            <a:extLst>
              <a:ext uri="{FF2B5EF4-FFF2-40B4-BE49-F238E27FC236}">
                <a16:creationId xmlns:a16="http://schemas.microsoft.com/office/drawing/2014/main" id="{D3BD1F1A-DFED-4362-86F8-6345F945E7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83" y="6187432"/>
            <a:ext cx="9131235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Add subtitle here</a:t>
            </a: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03107ABC-48AF-49A0-8754-3EB345724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203" y="734072"/>
            <a:ext cx="414000" cy="52359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C758E018-2823-4E60-85D3-F63EA1ED1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6833" y="734072"/>
            <a:ext cx="414000" cy="523590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6707937B-C2C2-4360-A658-71036A96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0695" y="734072"/>
            <a:ext cx="414000" cy="523590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F88A0521-230A-41A8-988B-16A9BE580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8325" y="734072"/>
            <a:ext cx="414000" cy="52359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04EADA3-4A1E-E8A3-6B7B-CED8AF1CE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8449" y="1506878"/>
            <a:ext cx="558170" cy="920568"/>
            <a:chOff x="1018449" y="1590857"/>
            <a:chExt cx="558170" cy="92056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E86EC55F-5F1E-5232-5AE9-0805CD7F48BE}"/>
                </a:ext>
              </a:extLst>
            </p:cNvPr>
            <p:cNvSpPr/>
            <p:nvPr/>
          </p:nvSpPr>
          <p:spPr>
            <a:xfrm>
              <a:off x="1018449" y="1590857"/>
              <a:ext cx="264767" cy="920568"/>
            </a:xfrm>
            <a:custGeom>
              <a:avLst/>
              <a:gdLst>
                <a:gd name="connsiteX0" fmla="*/ 0 w 212480"/>
                <a:gd name="connsiteY0" fmla="*/ 0 h 818205"/>
                <a:gd name="connsiteX1" fmla="*/ 106240 w 212480"/>
                <a:gd name="connsiteY1" fmla="*/ 0 h 818205"/>
                <a:gd name="connsiteX2" fmla="*/ 212480 w 212480"/>
                <a:gd name="connsiteY2" fmla="*/ 145339 h 818205"/>
                <a:gd name="connsiteX3" fmla="*/ 212480 w 212480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0" h="818205">
                  <a:moveTo>
                    <a:pt x="0" y="0"/>
                  </a:moveTo>
                  <a:cubicBezTo>
                    <a:pt x="0" y="0"/>
                    <a:pt x="47360" y="0"/>
                    <a:pt x="106240" y="0"/>
                  </a:cubicBezTo>
                  <a:cubicBezTo>
                    <a:pt x="165120" y="0"/>
                    <a:pt x="212480" y="65941"/>
                    <a:pt x="212480" y="145339"/>
                  </a:cubicBezTo>
                  <a:lnTo>
                    <a:pt x="21248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A35D149-2156-BE53-62F7-8BFF066AC665}"/>
                </a:ext>
              </a:extLst>
            </p:cNvPr>
            <p:cNvSpPr/>
            <p:nvPr/>
          </p:nvSpPr>
          <p:spPr>
            <a:xfrm>
              <a:off x="1294736" y="1590857"/>
              <a:ext cx="281883" cy="920568"/>
            </a:xfrm>
            <a:custGeom>
              <a:avLst/>
              <a:gdLst>
                <a:gd name="connsiteX0" fmla="*/ 240640 w 240639"/>
                <a:gd name="connsiteY0" fmla="*/ 0 h 818205"/>
                <a:gd name="connsiteX1" fmla="*/ 120320 w 240639"/>
                <a:gd name="connsiteY1" fmla="*/ 0 h 818205"/>
                <a:gd name="connsiteX2" fmla="*/ 0 w 240639"/>
                <a:gd name="connsiteY2" fmla="*/ 145339 h 818205"/>
                <a:gd name="connsiteX3" fmla="*/ 0 w 240639"/>
                <a:gd name="connsiteY3" fmla="*/ 818205 h 81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9" h="818205">
                  <a:moveTo>
                    <a:pt x="240640" y="0"/>
                  </a:moveTo>
                  <a:cubicBezTo>
                    <a:pt x="240640" y="0"/>
                    <a:pt x="186880" y="0"/>
                    <a:pt x="120320" y="0"/>
                  </a:cubicBezTo>
                  <a:cubicBezTo>
                    <a:pt x="53760" y="0"/>
                    <a:pt x="0" y="65941"/>
                    <a:pt x="0" y="145339"/>
                  </a:cubicBezTo>
                  <a:lnTo>
                    <a:pt x="0" y="818205"/>
                  </a:lnTo>
                </a:path>
              </a:pathLst>
            </a:custGeom>
            <a:noFill/>
            <a:ln w="33867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7" name="Freeform 46">
            <a:extLst>
              <a:ext uri="{FF2B5EF4-FFF2-40B4-BE49-F238E27FC236}">
                <a16:creationId xmlns:a16="http://schemas.microsoft.com/office/drawing/2014/main" id="{A8813D5E-9487-7696-9C83-135A3F734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4733" y="2728339"/>
            <a:ext cx="781406" cy="976718"/>
          </a:xfrm>
          <a:custGeom>
            <a:avLst/>
            <a:gdLst>
              <a:gd name="connsiteX0" fmla="*/ 0 w 681005"/>
              <a:gd name="connsiteY0" fmla="*/ 0 h 905384"/>
              <a:gd name="connsiteX1" fmla="*/ 492056 w 681005"/>
              <a:gd name="connsiteY1" fmla="*/ 0 h 905384"/>
              <a:gd name="connsiteX2" fmla="*/ 681006 w 681005"/>
              <a:gd name="connsiteY2" fmla="*/ 188950 h 905384"/>
              <a:gd name="connsiteX3" fmla="*/ 681006 w 681005"/>
              <a:gd name="connsiteY3" fmla="*/ 905385 h 90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005" h="905384">
                <a:moveTo>
                  <a:pt x="0" y="0"/>
                </a:moveTo>
                <a:lnTo>
                  <a:pt x="492056" y="0"/>
                </a:lnTo>
                <a:cubicBezTo>
                  <a:pt x="595716" y="0"/>
                  <a:pt x="681006" y="85290"/>
                  <a:pt x="681006" y="188950"/>
                </a:cubicBezTo>
                <a:lnTo>
                  <a:pt x="681006" y="905385"/>
                </a:lnTo>
              </a:path>
            </a:pathLst>
          </a:custGeom>
          <a:noFill/>
          <a:ln w="52343" cap="flat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99F7FD03-FF64-71E6-E8A0-DB5FC2C6F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1069" y="2728338"/>
            <a:ext cx="821287" cy="988337"/>
          </a:xfrm>
          <a:custGeom>
            <a:avLst/>
            <a:gdLst>
              <a:gd name="connsiteX0" fmla="*/ 698064 w 698063"/>
              <a:gd name="connsiteY0" fmla="*/ 0 h 898824"/>
              <a:gd name="connsiteX1" fmla="*/ 188950 w 698063"/>
              <a:gd name="connsiteY1" fmla="*/ 0 h 898824"/>
              <a:gd name="connsiteX2" fmla="*/ 0 w 698063"/>
              <a:gd name="connsiteY2" fmla="*/ 188950 h 898824"/>
              <a:gd name="connsiteX3" fmla="*/ 0 w 698063"/>
              <a:gd name="connsiteY3" fmla="*/ 898824 h 89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63" h="898824">
                <a:moveTo>
                  <a:pt x="698064" y="0"/>
                </a:moveTo>
                <a:lnTo>
                  <a:pt x="188950" y="0"/>
                </a:lnTo>
                <a:cubicBezTo>
                  <a:pt x="85290" y="0"/>
                  <a:pt x="0" y="85290"/>
                  <a:pt x="0" y="188950"/>
                </a:cubicBezTo>
                <a:lnTo>
                  <a:pt x="0" y="898824"/>
                </a:lnTo>
              </a:path>
            </a:pathLst>
          </a:custGeom>
          <a:noFill/>
          <a:ln w="52343" cap="flat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47" name="Graphic 146">
            <a:extLst>
              <a:ext uri="{FF2B5EF4-FFF2-40B4-BE49-F238E27FC236}">
                <a16:creationId xmlns:a16="http://schemas.microsoft.com/office/drawing/2014/main" id="{C819C384-F1C8-446F-A4CA-902D46D01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7330" y="734072"/>
            <a:ext cx="414000" cy="523590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CF417655-EDDE-4D9E-837E-7FA6A4305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4960" y="734072"/>
            <a:ext cx="414000" cy="523590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437CEFA0-47DC-43B1-B915-050AFD65F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8822" y="734072"/>
            <a:ext cx="414000" cy="523590"/>
          </a:xfrm>
          <a:prstGeom prst="rect">
            <a:avLst/>
          </a:prstGeom>
        </p:spPr>
      </p:pic>
      <p:pic>
        <p:nvPicPr>
          <p:cNvPr id="150" name="Graphic 149">
            <a:extLst>
              <a:ext uri="{FF2B5EF4-FFF2-40B4-BE49-F238E27FC236}">
                <a16:creationId xmlns:a16="http://schemas.microsoft.com/office/drawing/2014/main" id="{DAA0FAD3-F3DE-4E73-B17D-188C8A07D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6452" y="734072"/>
            <a:ext cx="414000" cy="523590"/>
          </a:xfrm>
          <a:prstGeom prst="rect">
            <a:avLst/>
          </a:prstGeom>
        </p:spPr>
      </p:pic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A959FBAD-7AE6-77E4-9654-16D0C01DA92E}"/>
              </a:ext>
            </a:extLst>
          </p:cNvPr>
          <p:cNvSpPr>
            <a:spLocks noGrp="1"/>
          </p:cNvSpPr>
          <p:nvPr>
            <p:ph type="pic" sz="quarter" idx="172" hasCustomPrompt="1"/>
          </p:nvPr>
        </p:nvSpPr>
        <p:spPr>
          <a:xfrm>
            <a:off x="359988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7AA44BF1-48A0-773C-88B0-BA0A8B893FC6}"/>
              </a:ext>
            </a:extLst>
          </p:cNvPr>
          <p:cNvSpPr>
            <a:spLocks noGrp="1"/>
          </p:cNvSpPr>
          <p:nvPr>
            <p:ph type="pic" sz="quarter" idx="171" hasCustomPrompt="1"/>
          </p:nvPr>
        </p:nvSpPr>
        <p:spPr>
          <a:xfrm>
            <a:off x="801536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3" name="Picture Placeholder 6">
            <a:extLst>
              <a:ext uri="{FF2B5EF4-FFF2-40B4-BE49-F238E27FC236}">
                <a16:creationId xmlns:a16="http://schemas.microsoft.com/office/drawing/2014/main" id="{FEACA295-64C3-2EE3-4463-0685217B63C3}"/>
              </a:ext>
            </a:extLst>
          </p:cNvPr>
          <p:cNvSpPr>
            <a:spLocks noGrp="1"/>
          </p:cNvSpPr>
          <p:nvPr>
            <p:ph type="pic" sz="quarter" idx="170" hasCustomPrompt="1"/>
          </p:nvPr>
        </p:nvSpPr>
        <p:spPr>
          <a:xfrm>
            <a:off x="1398109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700E6924-ED67-026A-8FEF-38DD4D29AD69}"/>
              </a:ext>
            </a:extLst>
          </p:cNvPr>
          <p:cNvSpPr>
            <a:spLocks noGrp="1"/>
          </p:cNvSpPr>
          <p:nvPr>
            <p:ph type="pic" sz="quarter" idx="169" hasCustomPrompt="1"/>
          </p:nvPr>
        </p:nvSpPr>
        <p:spPr>
          <a:xfrm>
            <a:off x="1839657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3368C65C-2A92-4AE6-0601-33C0D7E894E7}"/>
              </a:ext>
            </a:extLst>
          </p:cNvPr>
          <p:cNvSpPr>
            <a:spLocks noGrp="1"/>
          </p:cNvSpPr>
          <p:nvPr>
            <p:ph type="pic" sz="quarter" idx="168" hasCustomPrompt="1"/>
          </p:nvPr>
        </p:nvSpPr>
        <p:spPr>
          <a:xfrm>
            <a:off x="2533461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EBB3CC5A-9E8C-12B5-2DB1-F357526912BF}"/>
              </a:ext>
            </a:extLst>
          </p:cNvPr>
          <p:cNvSpPr>
            <a:spLocks noGrp="1"/>
          </p:cNvSpPr>
          <p:nvPr>
            <p:ph type="pic" sz="quarter" idx="167" hasCustomPrompt="1"/>
          </p:nvPr>
        </p:nvSpPr>
        <p:spPr>
          <a:xfrm>
            <a:off x="2975009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8329A5A5-5B21-956F-6079-539F0C42CF94}"/>
              </a:ext>
            </a:extLst>
          </p:cNvPr>
          <p:cNvSpPr>
            <a:spLocks noGrp="1"/>
          </p:cNvSpPr>
          <p:nvPr>
            <p:ph type="pic" sz="quarter" idx="166" hasCustomPrompt="1"/>
          </p:nvPr>
        </p:nvSpPr>
        <p:spPr>
          <a:xfrm>
            <a:off x="3573740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CF0BFB31-01A9-4350-2729-5B6D1EABC474}"/>
              </a:ext>
            </a:extLst>
          </p:cNvPr>
          <p:cNvSpPr>
            <a:spLocks noGrp="1"/>
          </p:cNvSpPr>
          <p:nvPr>
            <p:ph type="pic" sz="quarter" idx="165" hasCustomPrompt="1"/>
          </p:nvPr>
        </p:nvSpPr>
        <p:spPr>
          <a:xfrm>
            <a:off x="4015288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43" name="Picture Placeholder 6">
            <a:extLst>
              <a:ext uri="{FF2B5EF4-FFF2-40B4-BE49-F238E27FC236}">
                <a16:creationId xmlns:a16="http://schemas.microsoft.com/office/drawing/2014/main" id="{A6F650C6-D9B5-8D75-5ED7-D2499AF57604}"/>
              </a:ext>
            </a:extLst>
          </p:cNvPr>
          <p:cNvSpPr>
            <a:spLocks noGrp="1"/>
          </p:cNvSpPr>
          <p:nvPr>
            <p:ph type="pic" sz="quarter" idx="180" hasCustomPrompt="1"/>
          </p:nvPr>
        </p:nvSpPr>
        <p:spPr>
          <a:xfrm>
            <a:off x="4705804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42" name="Picture Placeholder 6">
            <a:extLst>
              <a:ext uri="{FF2B5EF4-FFF2-40B4-BE49-F238E27FC236}">
                <a16:creationId xmlns:a16="http://schemas.microsoft.com/office/drawing/2014/main" id="{F8D89E32-4B55-DDB3-BF87-5A03CA35DFE2}"/>
              </a:ext>
            </a:extLst>
          </p:cNvPr>
          <p:cNvSpPr>
            <a:spLocks noGrp="1"/>
          </p:cNvSpPr>
          <p:nvPr>
            <p:ph type="pic" sz="quarter" idx="179" hasCustomPrompt="1"/>
          </p:nvPr>
        </p:nvSpPr>
        <p:spPr>
          <a:xfrm>
            <a:off x="5147352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41" name="Picture Placeholder 6">
            <a:extLst>
              <a:ext uri="{FF2B5EF4-FFF2-40B4-BE49-F238E27FC236}">
                <a16:creationId xmlns:a16="http://schemas.microsoft.com/office/drawing/2014/main" id="{B4CA4144-1DA2-143B-AEFA-404D686B0B55}"/>
              </a:ext>
            </a:extLst>
          </p:cNvPr>
          <p:cNvSpPr>
            <a:spLocks noGrp="1"/>
          </p:cNvSpPr>
          <p:nvPr>
            <p:ph type="pic" sz="quarter" idx="178" hasCustomPrompt="1"/>
          </p:nvPr>
        </p:nvSpPr>
        <p:spPr>
          <a:xfrm>
            <a:off x="5753256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820E010E-770F-A8B1-81CA-E5403CBCB401}"/>
              </a:ext>
            </a:extLst>
          </p:cNvPr>
          <p:cNvSpPr>
            <a:spLocks noGrp="1"/>
          </p:cNvSpPr>
          <p:nvPr>
            <p:ph type="pic" sz="quarter" idx="177" hasCustomPrompt="1"/>
          </p:nvPr>
        </p:nvSpPr>
        <p:spPr>
          <a:xfrm>
            <a:off x="6194804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9" name="Picture Placeholder 6">
            <a:extLst>
              <a:ext uri="{FF2B5EF4-FFF2-40B4-BE49-F238E27FC236}">
                <a16:creationId xmlns:a16="http://schemas.microsoft.com/office/drawing/2014/main" id="{00BBE999-B32B-66CC-9734-606AC1945929}"/>
              </a:ext>
            </a:extLst>
          </p:cNvPr>
          <p:cNvSpPr>
            <a:spLocks noGrp="1"/>
          </p:cNvSpPr>
          <p:nvPr>
            <p:ph type="pic" sz="quarter" idx="176" hasCustomPrompt="1"/>
          </p:nvPr>
        </p:nvSpPr>
        <p:spPr>
          <a:xfrm>
            <a:off x="6888608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59891824-71BD-C58E-C18A-354F9746C57E}"/>
              </a:ext>
            </a:extLst>
          </p:cNvPr>
          <p:cNvSpPr>
            <a:spLocks noGrp="1"/>
          </p:cNvSpPr>
          <p:nvPr>
            <p:ph type="pic" sz="quarter" idx="175" hasCustomPrompt="1"/>
          </p:nvPr>
        </p:nvSpPr>
        <p:spPr>
          <a:xfrm>
            <a:off x="7330156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AEF3C34A-8DB4-FA6D-534E-E91925E2EDE0}"/>
              </a:ext>
            </a:extLst>
          </p:cNvPr>
          <p:cNvSpPr>
            <a:spLocks noGrp="1"/>
          </p:cNvSpPr>
          <p:nvPr>
            <p:ph type="pic" sz="quarter" idx="174" hasCustomPrompt="1"/>
          </p:nvPr>
        </p:nvSpPr>
        <p:spPr>
          <a:xfrm>
            <a:off x="7928887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5B36926D-22D4-3855-0B28-9C042A06E000}"/>
              </a:ext>
            </a:extLst>
          </p:cNvPr>
          <p:cNvSpPr>
            <a:spLocks noGrp="1"/>
          </p:cNvSpPr>
          <p:nvPr>
            <p:ph type="pic" sz="quarter" idx="173" hasCustomPrompt="1"/>
          </p:nvPr>
        </p:nvSpPr>
        <p:spPr>
          <a:xfrm>
            <a:off x="8370435" y="320483"/>
            <a:ext cx="410280" cy="410448"/>
          </a:xfrm>
          <a:prstGeom prst="roundRect">
            <a:avLst/>
          </a:prstGeom>
          <a:solidFill>
            <a:schemeClr val="bg1"/>
          </a:solidFill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600"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80" name="Text Placeholder 179">
            <a:extLst>
              <a:ext uri="{FF2B5EF4-FFF2-40B4-BE49-F238E27FC236}">
                <a16:creationId xmlns:a16="http://schemas.microsoft.com/office/drawing/2014/main" id="{4DF01C41-1B73-48A3-B75E-7A1B0BBABD1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268980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181" name="Text Placeholder 179">
            <a:extLst>
              <a:ext uri="{FF2B5EF4-FFF2-40B4-BE49-F238E27FC236}">
                <a16:creationId xmlns:a16="http://schemas.microsoft.com/office/drawing/2014/main" id="{46C281E0-C904-4621-BD18-38C012ADBB2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68980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2" name="Text Placeholder 179">
            <a:extLst>
              <a:ext uri="{FF2B5EF4-FFF2-40B4-BE49-F238E27FC236}">
                <a16:creationId xmlns:a16="http://schemas.microsoft.com/office/drawing/2014/main" id="{54A1AFEC-DEA8-E658-0EC6-9AFD4CFCBF8C}"/>
              </a:ext>
            </a:extLst>
          </p:cNvPr>
          <p:cNvSpPr>
            <a:spLocks noGrp="1"/>
          </p:cNvSpPr>
          <p:nvPr>
            <p:ph type="body" sz="quarter" idx="191" hasCustomPrompt="1"/>
          </p:nvPr>
        </p:nvSpPr>
        <p:spPr>
          <a:xfrm>
            <a:off x="777466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6" name="Text Placeholder 179">
            <a:extLst>
              <a:ext uri="{FF2B5EF4-FFF2-40B4-BE49-F238E27FC236}">
                <a16:creationId xmlns:a16="http://schemas.microsoft.com/office/drawing/2014/main" id="{D6AFE887-0D3F-6D74-E386-71FB22ECBF6F}"/>
              </a:ext>
            </a:extLst>
          </p:cNvPr>
          <p:cNvSpPr>
            <a:spLocks noGrp="1"/>
          </p:cNvSpPr>
          <p:nvPr>
            <p:ph type="body" sz="quarter" idx="192" hasCustomPrompt="1"/>
          </p:nvPr>
        </p:nvSpPr>
        <p:spPr>
          <a:xfrm>
            <a:off x="777466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16" name="Text Placeholder 179">
            <a:extLst>
              <a:ext uri="{FF2B5EF4-FFF2-40B4-BE49-F238E27FC236}">
                <a16:creationId xmlns:a16="http://schemas.microsoft.com/office/drawing/2014/main" id="{ADC8D393-E006-23A9-BF77-18E2DC42F103}"/>
              </a:ext>
            </a:extLst>
          </p:cNvPr>
          <p:cNvSpPr>
            <a:spLocks noGrp="1"/>
          </p:cNvSpPr>
          <p:nvPr>
            <p:ph type="body" sz="quarter" idx="193" hasCustomPrompt="1"/>
          </p:nvPr>
        </p:nvSpPr>
        <p:spPr>
          <a:xfrm>
            <a:off x="1306594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17" name="Text Placeholder 179">
            <a:extLst>
              <a:ext uri="{FF2B5EF4-FFF2-40B4-BE49-F238E27FC236}">
                <a16:creationId xmlns:a16="http://schemas.microsoft.com/office/drawing/2014/main" id="{4D238F2E-6081-8573-8076-6BB703A589DD}"/>
              </a:ext>
            </a:extLst>
          </p:cNvPr>
          <p:cNvSpPr>
            <a:spLocks noGrp="1"/>
          </p:cNvSpPr>
          <p:nvPr>
            <p:ph type="body" sz="quarter" idx="194" hasCustomPrompt="1"/>
          </p:nvPr>
        </p:nvSpPr>
        <p:spPr>
          <a:xfrm>
            <a:off x="1306594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18" name="Text Placeholder 179">
            <a:extLst>
              <a:ext uri="{FF2B5EF4-FFF2-40B4-BE49-F238E27FC236}">
                <a16:creationId xmlns:a16="http://schemas.microsoft.com/office/drawing/2014/main" id="{8F6CC70F-6A13-64D4-2E06-EB54C54A0FEE}"/>
              </a:ext>
            </a:extLst>
          </p:cNvPr>
          <p:cNvSpPr>
            <a:spLocks noGrp="1"/>
          </p:cNvSpPr>
          <p:nvPr>
            <p:ph type="body" sz="quarter" idx="195" hasCustomPrompt="1"/>
          </p:nvPr>
        </p:nvSpPr>
        <p:spPr>
          <a:xfrm>
            <a:off x="1815080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19" name="Text Placeholder 179">
            <a:extLst>
              <a:ext uri="{FF2B5EF4-FFF2-40B4-BE49-F238E27FC236}">
                <a16:creationId xmlns:a16="http://schemas.microsoft.com/office/drawing/2014/main" id="{3EBBF630-56DA-7E82-8CE4-31092678668E}"/>
              </a:ext>
            </a:extLst>
          </p:cNvPr>
          <p:cNvSpPr>
            <a:spLocks noGrp="1"/>
          </p:cNvSpPr>
          <p:nvPr>
            <p:ph type="body" sz="quarter" idx="196" hasCustomPrompt="1"/>
          </p:nvPr>
        </p:nvSpPr>
        <p:spPr>
          <a:xfrm>
            <a:off x="1815080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26" name="Text Placeholder 179">
            <a:extLst>
              <a:ext uri="{FF2B5EF4-FFF2-40B4-BE49-F238E27FC236}">
                <a16:creationId xmlns:a16="http://schemas.microsoft.com/office/drawing/2014/main" id="{4A11F9B4-B5F6-BB25-B206-1F26ED9FFCB7}"/>
              </a:ext>
            </a:extLst>
          </p:cNvPr>
          <p:cNvSpPr>
            <a:spLocks noGrp="1"/>
          </p:cNvSpPr>
          <p:nvPr>
            <p:ph type="body" sz="quarter" idx="197" hasCustomPrompt="1"/>
          </p:nvPr>
        </p:nvSpPr>
        <p:spPr>
          <a:xfrm>
            <a:off x="2441697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46" name="Text Placeholder 179">
            <a:extLst>
              <a:ext uri="{FF2B5EF4-FFF2-40B4-BE49-F238E27FC236}">
                <a16:creationId xmlns:a16="http://schemas.microsoft.com/office/drawing/2014/main" id="{AFBE36E4-D6B2-06B1-15F0-FC4883BD2927}"/>
              </a:ext>
            </a:extLst>
          </p:cNvPr>
          <p:cNvSpPr>
            <a:spLocks noGrp="1"/>
          </p:cNvSpPr>
          <p:nvPr>
            <p:ph type="body" sz="quarter" idx="198" hasCustomPrompt="1"/>
          </p:nvPr>
        </p:nvSpPr>
        <p:spPr>
          <a:xfrm>
            <a:off x="2441697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49" name="Text Placeholder 179">
            <a:extLst>
              <a:ext uri="{FF2B5EF4-FFF2-40B4-BE49-F238E27FC236}">
                <a16:creationId xmlns:a16="http://schemas.microsoft.com/office/drawing/2014/main" id="{08077825-4209-819D-3DBD-691622C25D6E}"/>
              </a:ext>
            </a:extLst>
          </p:cNvPr>
          <p:cNvSpPr>
            <a:spLocks noGrp="1"/>
          </p:cNvSpPr>
          <p:nvPr>
            <p:ph type="body" sz="quarter" idx="199" hasCustomPrompt="1"/>
          </p:nvPr>
        </p:nvSpPr>
        <p:spPr>
          <a:xfrm>
            <a:off x="2950183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50" name="Text Placeholder 179">
            <a:extLst>
              <a:ext uri="{FF2B5EF4-FFF2-40B4-BE49-F238E27FC236}">
                <a16:creationId xmlns:a16="http://schemas.microsoft.com/office/drawing/2014/main" id="{CDCDDAB5-4DC3-5465-0F0F-EEA2923B86F8}"/>
              </a:ext>
            </a:extLst>
          </p:cNvPr>
          <p:cNvSpPr>
            <a:spLocks noGrp="1"/>
          </p:cNvSpPr>
          <p:nvPr>
            <p:ph type="body" sz="quarter" idx="200" hasCustomPrompt="1"/>
          </p:nvPr>
        </p:nvSpPr>
        <p:spPr>
          <a:xfrm>
            <a:off x="2950183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59" name="Text Placeholder 179">
            <a:extLst>
              <a:ext uri="{FF2B5EF4-FFF2-40B4-BE49-F238E27FC236}">
                <a16:creationId xmlns:a16="http://schemas.microsoft.com/office/drawing/2014/main" id="{8BBDA17A-C34A-44DC-76BE-FDC1BC427AF1}"/>
              </a:ext>
            </a:extLst>
          </p:cNvPr>
          <p:cNvSpPr>
            <a:spLocks noGrp="1"/>
          </p:cNvSpPr>
          <p:nvPr>
            <p:ph type="body" sz="quarter" idx="201" hasCustomPrompt="1"/>
          </p:nvPr>
        </p:nvSpPr>
        <p:spPr>
          <a:xfrm>
            <a:off x="3479311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60" name="Text Placeholder 179">
            <a:extLst>
              <a:ext uri="{FF2B5EF4-FFF2-40B4-BE49-F238E27FC236}">
                <a16:creationId xmlns:a16="http://schemas.microsoft.com/office/drawing/2014/main" id="{3FFCF5FF-2644-1490-370C-C6A4F6E3BB80}"/>
              </a:ext>
            </a:extLst>
          </p:cNvPr>
          <p:cNvSpPr>
            <a:spLocks noGrp="1"/>
          </p:cNvSpPr>
          <p:nvPr>
            <p:ph type="body" sz="quarter" idx="202" hasCustomPrompt="1"/>
          </p:nvPr>
        </p:nvSpPr>
        <p:spPr>
          <a:xfrm>
            <a:off x="3479311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61" name="Text Placeholder 179">
            <a:extLst>
              <a:ext uri="{FF2B5EF4-FFF2-40B4-BE49-F238E27FC236}">
                <a16:creationId xmlns:a16="http://schemas.microsoft.com/office/drawing/2014/main" id="{28A92C52-273B-781B-12AD-E798EAB01F47}"/>
              </a:ext>
            </a:extLst>
          </p:cNvPr>
          <p:cNvSpPr>
            <a:spLocks noGrp="1"/>
          </p:cNvSpPr>
          <p:nvPr>
            <p:ph type="body" sz="quarter" idx="203" hasCustomPrompt="1"/>
          </p:nvPr>
        </p:nvSpPr>
        <p:spPr>
          <a:xfrm>
            <a:off x="3987797" y="848078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69" name="Text Placeholder 179">
            <a:extLst>
              <a:ext uri="{FF2B5EF4-FFF2-40B4-BE49-F238E27FC236}">
                <a16:creationId xmlns:a16="http://schemas.microsoft.com/office/drawing/2014/main" id="{DF3128EF-3E8A-282B-1614-F35947173C9E}"/>
              </a:ext>
            </a:extLst>
          </p:cNvPr>
          <p:cNvSpPr>
            <a:spLocks noGrp="1"/>
          </p:cNvSpPr>
          <p:nvPr>
            <p:ph type="body" sz="quarter" idx="204" hasCustomPrompt="1"/>
          </p:nvPr>
        </p:nvSpPr>
        <p:spPr>
          <a:xfrm>
            <a:off x="3987797" y="1000227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0" name="Text Placeholder 179">
            <a:extLst>
              <a:ext uri="{FF2B5EF4-FFF2-40B4-BE49-F238E27FC236}">
                <a16:creationId xmlns:a16="http://schemas.microsoft.com/office/drawing/2014/main" id="{C7F23E0F-CF0A-2C28-E25F-6A56184CC0F5}"/>
              </a:ext>
            </a:extLst>
          </p:cNvPr>
          <p:cNvSpPr>
            <a:spLocks noGrp="1"/>
          </p:cNvSpPr>
          <p:nvPr>
            <p:ph type="body" sz="quarter" idx="205" hasCustomPrompt="1"/>
          </p:nvPr>
        </p:nvSpPr>
        <p:spPr>
          <a:xfrm>
            <a:off x="4622206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71" name="Text Placeholder 179">
            <a:extLst>
              <a:ext uri="{FF2B5EF4-FFF2-40B4-BE49-F238E27FC236}">
                <a16:creationId xmlns:a16="http://schemas.microsoft.com/office/drawing/2014/main" id="{B5F53D8D-EB2A-78AB-CE14-6B212E704B62}"/>
              </a:ext>
            </a:extLst>
          </p:cNvPr>
          <p:cNvSpPr>
            <a:spLocks noGrp="1"/>
          </p:cNvSpPr>
          <p:nvPr>
            <p:ph type="body" sz="quarter" idx="206" hasCustomPrompt="1"/>
          </p:nvPr>
        </p:nvSpPr>
        <p:spPr>
          <a:xfrm>
            <a:off x="4622206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2" name="Text Placeholder 179">
            <a:extLst>
              <a:ext uri="{FF2B5EF4-FFF2-40B4-BE49-F238E27FC236}">
                <a16:creationId xmlns:a16="http://schemas.microsoft.com/office/drawing/2014/main" id="{91D414EF-2527-D3B1-C854-F923737D9F70}"/>
              </a:ext>
            </a:extLst>
          </p:cNvPr>
          <p:cNvSpPr>
            <a:spLocks noGrp="1"/>
          </p:cNvSpPr>
          <p:nvPr>
            <p:ph type="body" sz="quarter" idx="207" hasCustomPrompt="1"/>
          </p:nvPr>
        </p:nvSpPr>
        <p:spPr>
          <a:xfrm>
            <a:off x="5130692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73" name="Text Placeholder 179">
            <a:extLst>
              <a:ext uri="{FF2B5EF4-FFF2-40B4-BE49-F238E27FC236}">
                <a16:creationId xmlns:a16="http://schemas.microsoft.com/office/drawing/2014/main" id="{F25F8C42-0346-2739-0F63-23661A726377}"/>
              </a:ext>
            </a:extLst>
          </p:cNvPr>
          <p:cNvSpPr>
            <a:spLocks noGrp="1"/>
          </p:cNvSpPr>
          <p:nvPr>
            <p:ph type="body" sz="quarter" idx="208" hasCustomPrompt="1"/>
          </p:nvPr>
        </p:nvSpPr>
        <p:spPr>
          <a:xfrm>
            <a:off x="5130692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4" name="Text Placeholder 179">
            <a:extLst>
              <a:ext uri="{FF2B5EF4-FFF2-40B4-BE49-F238E27FC236}">
                <a16:creationId xmlns:a16="http://schemas.microsoft.com/office/drawing/2014/main" id="{43727945-EC83-5244-A911-255A2142B03E}"/>
              </a:ext>
            </a:extLst>
          </p:cNvPr>
          <p:cNvSpPr>
            <a:spLocks noGrp="1"/>
          </p:cNvSpPr>
          <p:nvPr>
            <p:ph type="body" sz="quarter" idx="209" hasCustomPrompt="1"/>
          </p:nvPr>
        </p:nvSpPr>
        <p:spPr>
          <a:xfrm>
            <a:off x="5659820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75" name="Text Placeholder 179">
            <a:extLst>
              <a:ext uri="{FF2B5EF4-FFF2-40B4-BE49-F238E27FC236}">
                <a16:creationId xmlns:a16="http://schemas.microsoft.com/office/drawing/2014/main" id="{38B4FDE8-1B45-3BA9-BC12-9400A7C84C16}"/>
              </a:ext>
            </a:extLst>
          </p:cNvPr>
          <p:cNvSpPr>
            <a:spLocks noGrp="1"/>
          </p:cNvSpPr>
          <p:nvPr>
            <p:ph type="body" sz="quarter" idx="210" hasCustomPrompt="1"/>
          </p:nvPr>
        </p:nvSpPr>
        <p:spPr>
          <a:xfrm>
            <a:off x="5659820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6" name="Text Placeholder 179">
            <a:extLst>
              <a:ext uri="{FF2B5EF4-FFF2-40B4-BE49-F238E27FC236}">
                <a16:creationId xmlns:a16="http://schemas.microsoft.com/office/drawing/2014/main" id="{A73D7CE7-088F-CA7B-3932-E199DD2733B6}"/>
              </a:ext>
            </a:extLst>
          </p:cNvPr>
          <p:cNvSpPr>
            <a:spLocks noGrp="1"/>
          </p:cNvSpPr>
          <p:nvPr>
            <p:ph type="body" sz="quarter" idx="211" hasCustomPrompt="1"/>
          </p:nvPr>
        </p:nvSpPr>
        <p:spPr>
          <a:xfrm>
            <a:off x="6168306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77" name="Text Placeholder 179">
            <a:extLst>
              <a:ext uri="{FF2B5EF4-FFF2-40B4-BE49-F238E27FC236}">
                <a16:creationId xmlns:a16="http://schemas.microsoft.com/office/drawing/2014/main" id="{410A72D8-5BB4-A7FF-E9A3-57F0B5FBB5EE}"/>
              </a:ext>
            </a:extLst>
          </p:cNvPr>
          <p:cNvSpPr>
            <a:spLocks noGrp="1"/>
          </p:cNvSpPr>
          <p:nvPr>
            <p:ph type="body" sz="quarter" idx="212" hasCustomPrompt="1"/>
          </p:nvPr>
        </p:nvSpPr>
        <p:spPr>
          <a:xfrm>
            <a:off x="6168306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78" name="Text Placeholder 179">
            <a:extLst>
              <a:ext uri="{FF2B5EF4-FFF2-40B4-BE49-F238E27FC236}">
                <a16:creationId xmlns:a16="http://schemas.microsoft.com/office/drawing/2014/main" id="{8144FFF7-7A74-60A0-B8EE-83B16F881901}"/>
              </a:ext>
            </a:extLst>
          </p:cNvPr>
          <p:cNvSpPr>
            <a:spLocks noGrp="1"/>
          </p:cNvSpPr>
          <p:nvPr>
            <p:ph type="body" sz="quarter" idx="213" hasCustomPrompt="1"/>
          </p:nvPr>
        </p:nvSpPr>
        <p:spPr>
          <a:xfrm>
            <a:off x="6794923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79" name="Text Placeholder 179">
            <a:extLst>
              <a:ext uri="{FF2B5EF4-FFF2-40B4-BE49-F238E27FC236}">
                <a16:creationId xmlns:a16="http://schemas.microsoft.com/office/drawing/2014/main" id="{F0382916-5337-ED7B-F6F6-91C8BAEEFE49}"/>
              </a:ext>
            </a:extLst>
          </p:cNvPr>
          <p:cNvSpPr>
            <a:spLocks noGrp="1"/>
          </p:cNvSpPr>
          <p:nvPr>
            <p:ph type="body" sz="quarter" idx="214" hasCustomPrompt="1"/>
          </p:nvPr>
        </p:nvSpPr>
        <p:spPr>
          <a:xfrm>
            <a:off x="6794923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80" name="Text Placeholder 179">
            <a:extLst>
              <a:ext uri="{FF2B5EF4-FFF2-40B4-BE49-F238E27FC236}">
                <a16:creationId xmlns:a16="http://schemas.microsoft.com/office/drawing/2014/main" id="{259FEFF6-114A-D490-DA5E-AB0BE6B367D3}"/>
              </a:ext>
            </a:extLst>
          </p:cNvPr>
          <p:cNvSpPr>
            <a:spLocks noGrp="1"/>
          </p:cNvSpPr>
          <p:nvPr>
            <p:ph type="body" sz="quarter" idx="215" hasCustomPrompt="1"/>
          </p:nvPr>
        </p:nvSpPr>
        <p:spPr>
          <a:xfrm>
            <a:off x="7303409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81" name="Text Placeholder 179">
            <a:extLst>
              <a:ext uri="{FF2B5EF4-FFF2-40B4-BE49-F238E27FC236}">
                <a16:creationId xmlns:a16="http://schemas.microsoft.com/office/drawing/2014/main" id="{D6DBA8C9-C99D-6BAD-EB83-F51E2FF3644C}"/>
              </a:ext>
            </a:extLst>
          </p:cNvPr>
          <p:cNvSpPr>
            <a:spLocks noGrp="1"/>
          </p:cNvSpPr>
          <p:nvPr>
            <p:ph type="body" sz="quarter" idx="216" hasCustomPrompt="1"/>
          </p:nvPr>
        </p:nvSpPr>
        <p:spPr>
          <a:xfrm>
            <a:off x="7303409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82" name="Text Placeholder 179">
            <a:extLst>
              <a:ext uri="{FF2B5EF4-FFF2-40B4-BE49-F238E27FC236}">
                <a16:creationId xmlns:a16="http://schemas.microsoft.com/office/drawing/2014/main" id="{DE76985C-F51B-2553-8B66-E03B88443B48}"/>
              </a:ext>
            </a:extLst>
          </p:cNvPr>
          <p:cNvSpPr>
            <a:spLocks noGrp="1"/>
          </p:cNvSpPr>
          <p:nvPr>
            <p:ph type="body" sz="quarter" idx="217" hasCustomPrompt="1"/>
          </p:nvPr>
        </p:nvSpPr>
        <p:spPr>
          <a:xfrm>
            <a:off x="7832537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</a:t>
            </a:r>
          </a:p>
        </p:txBody>
      </p:sp>
      <p:sp>
        <p:nvSpPr>
          <p:cNvPr id="83" name="Text Placeholder 179">
            <a:extLst>
              <a:ext uri="{FF2B5EF4-FFF2-40B4-BE49-F238E27FC236}">
                <a16:creationId xmlns:a16="http://schemas.microsoft.com/office/drawing/2014/main" id="{8F9788AA-115C-19D2-DD0E-2840E5D390C1}"/>
              </a:ext>
            </a:extLst>
          </p:cNvPr>
          <p:cNvSpPr>
            <a:spLocks noGrp="1"/>
          </p:cNvSpPr>
          <p:nvPr>
            <p:ph type="body" sz="quarter" idx="218" hasCustomPrompt="1"/>
          </p:nvPr>
        </p:nvSpPr>
        <p:spPr>
          <a:xfrm>
            <a:off x="7832537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r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84" name="Text Placeholder 179">
            <a:extLst>
              <a:ext uri="{FF2B5EF4-FFF2-40B4-BE49-F238E27FC236}">
                <a16:creationId xmlns:a16="http://schemas.microsoft.com/office/drawing/2014/main" id="{9E1A56D6-315F-87B6-4E78-C9CBB0155DB0}"/>
              </a:ext>
            </a:extLst>
          </p:cNvPr>
          <p:cNvSpPr>
            <a:spLocks noGrp="1"/>
          </p:cNvSpPr>
          <p:nvPr>
            <p:ph type="body" sz="quarter" idx="219" hasCustomPrompt="1"/>
          </p:nvPr>
        </p:nvSpPr>
        <p:spPr>
          <a:xfrm>
            <a:off x="8341023" y="847397"/>
            <a:ext cx="502920" cy="144427"/>
          </a:xfrm>
        </p:spPr>
        <p:txBody>
          <a:bodyPr lIns="45720" rIns="45720" bIns="0" anchor="b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</a:t>
            </a:r>
          </a:p>
        </p:txBody>
      </p:sp>
      <p:sp>
        <p:nvSpPr>
          <p:cNvPr id="85" name="Text Placeholder 179">
            <a:extLst>
              <a:ext uri="{FF2B5EF4-FFF2-40B4-BE49-F238E27FC236}">
                <a16:creationId xmlns:a16="http://schemas.microsoft.com/office/drawing/2014/main" id="{15D2196F-C7E6-32D3-1368-4D486C879439}"/>
              </a:ext>
            </a:extLst>
          </p:cNvPr>
          <p:cNvSpPr>
            <a:spLocks noGrp="1"/>
          </p:cNvSpPr>
          <p:nvPr>
            <p:ph type="body" sz="quarter" idx="220" hasCustomPrompt="1"/>
          </p:nvPr>
        </p:nvSpPr>
        <p:spPr>
          <a:xfrm>
            <a:off x="8341023" y="999546"/>
            <a:ext cx="502920" cy="137422"/>
          </a:xfrm>
        </p:spPr>
        <p:txBody>
          <a:bodyPr lIns="45720" tIns="9144" rIns="45720" anchor="t">
            <a:noAutofit/>
          </a:bodyPr>
          <a:lstStyle>
            <a:lvl1pPr marL="0" indent="0" algn="l">
              <a:buNone/>
              <a:defRPr sz="7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</a:t>
            </a:r>
          </a:p>
        </p:txBody>
      </p:sp>
      <p:sp>
        <p:nvSpPr>
          <p:cNvPr id="54" name="Picture Placeholder 6">
            <a:extLst>
              <a:ext uri="{FF2B5EF4-FFF2-40B4-BE49-F238E27FC236}">
                <a16:creationId xmlns:a16="http://schemas.microsoft.com/office/drawing/2014/main" id="{F486D794-4CCB-99A4-266D-4C90281142E8}"/>
              </a:ext>
            </a:extLst>
          </p:cNvPr>
          <p:cNvSpPr>
            <a:spLocks noGrp="1"/>
          </p:cNvSpPr>
          <p:nvPr>
            <p:ph type="pic" sz="quarter" idx="183"/>
          </p:nvPr>
        </p:nvSpPr>
        <p:spPr>
          <a:xfrm>
            <a:off x="507148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6">
            <a:extLst>
              <a:ext uri="{FF2B5EF4-FFF2-40B4-BE49-F238E27FC236}">
                <a16:creationId xmlns:a16="http://schemas.microsoft.com/office/drawing/2014/main" id="{CF756B58-557A-754A-572F-158016128B93}"/>
              </a:ext>
            </a:extLst>
          </p:cNvPr>
          <p:cNvSpPr>
            <a:spLocks noGrp="1"/>
          </p:cNvSpPr>
          <p:nvPr>
            <p:ph type="pic" sz="quarter" idx="182"/>
          </p:nvPr>
        </p:nvSpPr>
        <p:spPr>
          <a:xfrm>
            <a:off x="1554329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C123A1E3-0CCC-5586-98FF-A795773A408E}"/>
              </a:ext>
            </a:extLst>
          </p:cNvPr>
          <p:cNvSpPr>
            <a:spLocks noGrp="1"/>
          </p:cNvSpPr>
          <p:nvPr>
            <p:ph type="pic" sz="quarter" idx="181"/>
          </p:nvPr>
        </p:nvSpPr>
        <p:spPr>
          <a:xfrm>
            <a:off x="2680892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6">
            <a:extLst>
              <a:ext uri="{FF2B5EF4-FFF2-40B4-BE49-F238E27FC236}">
                <a16:creationId xmlns:a16="http://schemas.microsoft.com/office/drawing/2014/main" id="{A24DC5B7-5E7C-23BB-2B82-9670092EA79B}"/>
              </a:ext>
            </a:extLst>
          </p:cNvPr>
          <p:cNvSpPr>
            <a:spLocks noGrp="1"/>
          </p:cNvSpPr>
          <p:nvPr>
            <p:ph type="pic" sz="quarter" idx="164"/>
          </p:nvPr>
        </p:nvSpPr>
        <p:spPr>
          <a:xfrm>
            <a:off x="3728073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6">
            <a:extLst>
              <a:ext uri="{FF2B5EF4-FFF2-40B4-BE49-F238E27FC236}">
                <a16:creationId xmlns:a16="http://schemas.microsoft.com/office/drawing/2014/main" id="{DDBB5208-1A56-D698-E42E-5FAC59F8C009}"/>
              </a:ext>
            </a:extLst>
          </p:cNvPr>
          <p:cNvSpPr>
            <a:spLocks noGrp="1"/>
          </p:cNvSpPr>
          <p:nvPr>
            <p:ph type="pic" sz="quarter" idx="187"/>
          </p:nvPr>
        </p:nvSpPr>
        <p:spPr>
          <a:xfrm>
            <a:off x="4867558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6">
            <a:extLst>
              <a:ext uri="{FF2B5EF4-FFF2-40B4-BE49-F238E27FC236}">
                <a16:creationId xmlns:a16="http://schemas.microsoft.com/office/drawing/2014/main" id="{EC9B8A3A-647B-6E43-3CBF-493DDB46AB36}"/>
              </a:ext>
            </a:extLst>
          </p:cNvPr>
          <p:cNvSpPr>
            <a:spLocks noGrp="1"/>
          </p:cNvSpPr>
          <p:nvPr>
            <p:ph type="pic" sz="quarter" idx="186"/>
          </p:nvPr>
        </p:nvSpPr>
        <p:spPr>
          <a:xfrm>
            <a:off x="5914739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6">
            <a:extLst>
              <a:ext uri="{FF2B5EF4-FFF2-40B4-BE49-F238E27FC236}">
                <a16:creationId xmlns:a16="http://schemas.microsoft.com/office/drawing/2014/main" id="{DC10F819-CCD3-8366-69C2-78D34900049B}"/>
              </a:ext>
            </a:extLst>
          </p:cNvPr>
          <p:cNvSpPr>
            <a:spLocks noGrp="1"/>
          </p:cNvSpPr>
          <p:nvPr>
            <p:ph type="pic" sz="quarter" idx="185"/>
          </p:nvPr>
        </p:nvSpPr>
        <p:spPr>
          <a:xfrm>
            <a:off x="7041302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6">
            <a:extLst>
              <a:ext uri="{FF2B5EF4-FFF2-40B4-BE49-F238E27FC236}">
                <a16:creationId xmlns:a16="http://schemas.microsoft.com/office/drawing/2014/main" id="{D2727E99-89A2-CA79-8623-DD9C5235C972}"/>
              </a:ext>
            </a:extLst>
          </p:cNvPr>
          <p:cNvSpPr>
            <a:spLocks noGrp="1"/>
          </p:cNvSpPr>
          <p:nvPr>
            <p:ph type="pic" sz="quarter" idx="184"/>
          </p:nvPr>
        </p:nvSpPr>
        <p:spPr>
          <a:xfrm>
            <a:off x="8088483" y="1244064"/>
            <a:ext cx="537046" cy="5372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6" name="Text Placeholder 179">
            <a:extLst>
              <a:ext uri="{FF2B5EF4-FFF2-40B4-BE49-F238E27FC236}">
                <a16:creationId xmlns:a16="http://schemas.microsoft.com/office/drawing/2014/main" id="{14189237-8A86-46F6-A5CD-A1A05FE0823C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266969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197" name="Text Placeholder 179">
            <a:extLst>
              <a:ext uri="{FF2B5EF4-FFF2-40B4-BE49-F238E27FC236}">
                <a16:creationId xmlns:a16="http://schemas.microsoft.com/office/drawing/2014/main" id="{654B1F4E-E7C3-44BF-A9B3-AE9FFC792119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266969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198" name="Text Placeholder 179">
            <a:extLst>
              <a:ext uri="{FF2B5EF4-FFF2-40B4-BE49-F238E27FC236}">
                <a16:creationId xmlns:a16="http://schemas.microsoft.com/office/drawing/2014/main" id="{B1EF9E8C-22F1-4D5F-AA42-6E93697C83A1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323088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199" name="Text Placeholder 179">
            <a:extLst>
              <a:ext uri="{FF2B5EF4-FFF2-40B4-BE49-F238E27FC236}">
                <a16:creationId xmlns:a16="http://schemas.microsoft.com/office/drawing/2014/main" id="{090DCDEA-3B75-4AD9-B70B-4DF9B4B9640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323088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00" name="Text Placeholder 179">
            <a:extLst>
              <a:ext uri="{FF2B5EF4-FFF2-40B4-BE49-F238E27FC236}">
                <a16:creationId xmlns:a16="http://schemas.microsoft.com/office/drawing/2014/main" id="{37D06020-672E-4772-A180-17A469E35C8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2438204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01" name="Text Placeholder 179">
            <a:extLst>
              <a:ext uri="{FF2B5EF4-FFF2-40B4-BE49-F238E27FC236}">
                <a16:creationId xmlns:a16="http://schemas.microsoft.com/office/drawing/2014/main" id="{F674E2B1-3F50-49F9-86AC-2D6DA5ABDB24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438204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02" name="Text Placeholder 179">
            <a:extLst>
              <a:ext uri="{FF2B5EF4-FFF2-40B4-BE49-F238E27FC236}">
                <a16:creationId xmlns:a16="http://schemas.microsoft.com/office/drawing/2014/main" id="{3386BDBB-47D1-4CE7-9973-808D976F859C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3494323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03" name="Text Placeholder 179">
            <a:extLst>
              <a:ext uri="{FF2B5EF4-FFF2-40B4-BE49-F238E27FC236}">
                <a16:creationId xmlns:a16="http://schemas.microsoft.com/office/drawing/2014/main" id="{DE9EEB08-499E-4F90-97D5-A7255162093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3494323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26" name="Text Placeholder 179">
            <a:extLst>
              <a:ext uri="{FF2B5EF4-FFF2-40B4-BE49-F238E27FC236}">
                <a16:creationId xmlns:a16="http://schemas.microsoft.com/office/drawing/2014/main" id="{39158938-19B2-4A5E-87BA-7C17AEEAD196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4612010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27" name="Text Placeholder 179">
            <a:extLst>
              <a:ext uri="{FF2B5EF4-FFF2-40B4-BE49-F238E27FC236}">
                <a16:creationId xmlns:a16="http://schemas.microsoft.com/office/drawing/2014/main" id="{F70C2C52-0BD0-47A5-8F9C-7BC85BBAE754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612010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28" name="Text Placeholder 179">
            <a:extLst>
              <a:ext uri="{FF2B5EF4-FFF2-40B4-BE49-F238E27FC236}">
                <a16:creationId xmlns:a16="http://schemas.microsoft.com/office/drawing/2014/main" id="{6BA0B195-5D94-40D3-9E11-C90BFBE87E6B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5675748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29" name="Text Placeholder 179">
            <a:extLst>
              <a:ext uri="{FF2B5EF4-FFF2-40B4-BE49-F238E27FC236}">
                <a16:creationId xmlns:a16="http://schemas.microsoft.com/office/drawing/2014/main" id="{A7E014C0-7CC1-4B0B-9E76-58CBFC5FB70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5675750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30" name="Text Placeholder 179">
            <a:extLst>
              <a:ext uri="{FF2B5EF4-FFF2-40B4-BE49-F238E27FC236}">
                <a16:creationId xmlns:a16="http://schemas.microsoft.com/office/drawing/2014/main" id="{B8728203-249C-42A7-BB35-33C58D836968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6806105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1" name="Text Placeholder 179">
            <a:extLst>
              <a:ext uri="{FF2B5EF4-FFF2-40B4-BE49-F238E27FC236}">
                <a16:creationId xmlns:a16="http://schemas.microsoft.com/office/drawing/2014/main" id="{0D7D1A9D-2F9C-4A70-8D1F-027BE2E2B7D7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6806105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32" name="Text Placeholder 179">
            <a:extLst>
              <a:ext uri="{FF2B5EF4-FFF2-40B4-BE49-F238E27FC236}">
                <a16:creationId xmlns:a16="http://schemas.microsoft.com/office/drawing/2014/main" id="{741AEC2A-1D81-4607-8D5D-C1645BB6C467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7862224" y="1787594"/>
            <a:ext cx="1005840" cy="231364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3" name="Text Placeholder 179">
            <a:extLst>
              <a:ext uri="{FF2B5EF4-FFF2-40B4-BE49-F238E27FC236}">
                <a16:creationId xmlns:a16="http://schemas.microsoft.com/office/drawing/2014/main" id="{EEFB629C-01A5-4366-B701-6C2A7FEE1A28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7862224" y="2030477"/>
            <a:ext cx="1005840" cy="253576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BF1FB862-D85A-7344-F7D5-216B443A4605}"/>
              </a:ext>
            </a:extLst>
          </p:cNvPr>
          <p:cNvSpPr>
            <a:spLocks noGrp="1"/>
          </p:cNvSpPr>
          <p:nvPr>
            <p:ph type="pic" sz="quarter" idx="188"/>
          </p:nvPr>
        </p:nvSpPr>
        <p:spPr>
          <a:xfrm>
            <a:off x="955746" y="2396739"/>
            <a:ext cx="660262" cy="66053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6">
            <a:extLst>
              <a:ext uri="{FF2B5EF4-FFF2-40B4-BE49-F238E27FC236}">
                <a16:creationId xmlns:a16="http://schemas.microsoft.com/office/drawing/2014/main" id="{C790A051-237D-D8D7-94CB-3CB88D41B8F7}"/>
              </a:ext>
            </a:extLst>
          </p:cNvPr>
          <p:cNvSpPr>
            <a:spLocks noGrp="1"/>
          </p:cNvSpPr>
          <p:nvPr>
            <p:ph type="pic" sz="quarter" idx="163"/>
          </p:nvPr>
        </p:nvSpPr>
        <p:spPr>
          <a:xfrm>
            <a:off x="3155782" y="2396739"/>
            <a:ext cx="660262" cy="66053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FBA7F9A2-D093-AF3D-0974-D3FB7E459991}"/>
              </a:ext>
            </a:extLst>
          </p:cNvPr>
          <p:cNvSpPr>
            <a:spLocks noGrp="1"/>
          </p:cNvSpPr>
          <p:nvPr>
            <p:ph type="pic" sz="quarter" idx="190"/>
          </p:nvPr>
        </p:nvSpPr>
        <p:spPr>
          <a:xfrm>
            <a:off x="5303534" y="2396739"/>
            <a:ext cx="660262" cy="66053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4" name="Picture Placeholder 6">
            <a:extLst>
              <a:ext uri="{FF2B5EF4-FFF2-40B4-BE49-F238E27FC236}">
                <a16:creationId xmlns:a16="http://schemas.microsoft.com/office/drawing/2014/main" id="{3505352A-897B-C643-4268-773DC231AE1D}"/>
              </a:ext>
            </a:extLst>
          </p:cNvPr>
          <p:cNvSpPr>
            <a:spLocks noGrp="1"/>
          </p:cNvSpPr>
          <p:nvPr>
            <p:ph type="pic" sz="quarter" idx="189"/>
          </p:nvPr>
        </p:nvSpPr>
        <p:spPr>
          <a:xfrm>
            <a:off x="7503570" y="2396739"/>
            <a:ext cx="660262" cy="66053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4" name="Text Placeholder 179">
            <a:extLst>
              <a:ext uri="{FF2B5EF4-FFF2-40B4-BE49-F238E27FC236}">
                <a16:creationId xmlns:a16="http://schemas.microsoft.com/office/drawing/2014/main" id="{9C6F9571-A94B-4A1B-80D4-5ED3F55449E5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456701" y="3073146"/>
            <a:ext cx="1645920" cy="27432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05" name="Text Placeholder 179">
            <a:extLst>
              <a:ext uri="{FF2B5EF4-FFF2-40B4-BE49-F238E27FC236}">
                <a16:creationId xmlns:a16="http://schemas.microsoft.com/office/drawing/2014/main" id="{E19536A2-2221-4159-BB9E-88C37ED47573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456701" y="3373441"/>
            <a:ext cx="1645920" cy="320374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06" name="Text Placeholder 179">
            <a:extLst>
              <a:ext uri="{FF2B5EF4-FFF2-40B4-BE49-F238E27FC236}">
                <a16:creationId xmlns:a16="http://schemas.microsoft.com/office/drawing/2014/main" id="{076B2552-75B5-4C7D-BF99-CCDEADE5A332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2660521" y="3071110"/>
            <a:ext cx="1645920" cy="27432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07" name="Text Placeholder 179">
            <a:extLst>
              <a:ext uri="{FF2B5EF4-FFF2-40B4-BE49-F238E27FC236}">
                <a16:creationId xmlns:a16="http://schemas.microsoft.com/office/drawing/2014/main" id="{ADF96C12-EE8A-4F27-9F74-B5EC84F9D97F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2660521" y="3373441"/>
            <a:ext cx="1645920" cy="320374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34" name="Text Placeholder 179">
            <a:extLst>
              <a:ext uri="{FF2B5EF4-FFF2-40B4-BE49-F238E27FC236}">
                <a16:creationId xmlns:a16="http://schemas.microsoft.com/office/drawing/2014/main" id="{9B59B216-1D0B-44D6-9608-8B71BF5865FC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4810543" y="3073146"/>
            <a:ext cx="1645920" cy="27432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5" name="Text Placeholder 179">
            <a:extLst>
              <a:ext uri="{FF2B5EF4-FFF2-40B4-BE49-F238E27FC236}">
                <a16:creationId xmlns:a16="http://schemas.microsoft.com/office/drawing/2014/main" id="{F8690D28-2F48-4A24-937B-5BD4DEFAC7F9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4810543" y="3373441"/>
            <a:ext cx="1645920" cy="320374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236" name="Text Placeholder 179">
            <a:extLst>
              <a:ext uri="{FF2B5EF4-FFF2-40B4-BE49-F238E27FC236}">
                <a16:creationId xmlns:a16="http://schemas.microsoft.com/office/drawing/2014/main" id="{23401D2B-114D-4A76-A4CF-1AA14BFA96B2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7023025" y="3071110"/>
            <a:ext cx="1645920" cy="27432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7" name="Text Placeholder 179">
            <a:extLst>
              <a:ext uri="{FF2B5EF4-FFF2-40B4-BE49-F238E27FC236}">
                <a16:creationId xmlns:a16="http://schemas.microsoft.com/office/drawing/2014/main" id="{BD950153-A1C8-485C-937C-B274FC75067C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7018580" y="3373441"/>
            <a:ext cx="1645920" cy="320374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2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Last Name</a:t>
            </a:r>
          </a:p>
        </p:txBody>
      </p:sp>
      <p:sp>
        <p:nvSpPr>
          <p:cNvPr id="66" name="Picture Placeholder 6">
            <a:extLst>
              <a:ext uri="{FF2B5EF4-FFF2-40B4-BE49-F238E27FC236}">
                <a16:creationId xmlns:a16="http://schemas.microsoft.com/office/drawing/2014/main" id="{92265E42-1FF5-3807-1780-58D316E8B1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90754" y="3665537"/>
            <a:ext cx="788317" cy="78864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6">
            <a:extLst>
              <a:ext uri="{FF2B5EF4-FFF2-40B4-BE49-F238E27FC236}">
                <a16:creationId xmlns:a16="http://schemas.microsoft.com/office/drawing/2014/main" id="{48F44173-9A8F-01F3-3220-0F689EBC6A0C}"/>
              </a:ext>
            </a:extLst>
          </p:cNvPr>
          <p:cNvSpPr>
            <a:spLocks noGrp="1"/>
          </p:cNvSpPr>
          <p:nvPr>
            <p:ph type="pic" sz="quarter" idx="162"/>
          </p:nvPr>
        </p:nvSpPr>
        <p:spPr>
          <a:xfrm>
            <a:off x="4011773" y="3539674"/>
            <a:ext cx="1128431" cy="112889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00183746-2A9A-EF4F-E0B9-D396BA2A7A5C}"/>
              </a:ext>
            </a:extLst>
          </p:cNvPr>
          <p:cNvSpPr>
            <a:spLocks noGrp="1"/>
          </p:cNvSpPr>
          <p:nvPr>
            <p:ph type="pic" sz="quarter" idx="161"/>
          </p:nvPr>
        </p:nvSpPr>
        <p:spPr>
          <a:xfrm>
            <a:off x="6346485" y="3665736"/>
            <a:ext cx="788317" cy="78864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lIns="0" tIns="0" rIns="0" anchor="t">
            <a:normAutofit/>
          </a:bodyPr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8" name="Text Placeholder 179">
            <a:extLst>
              <a:ext uri="{FF2B5EF4-FFF2-40B4-BE49-F238E27FC236}">
                <a16:creationId xmlns:a16="http://schemas.microsoft.com/office/drawing/2014/main" id="{3C3F6959-FCC8-4BED-AF18-B2CB96DF3F26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471270" y="4473201"/>
            <a:ext cx="1828800" cy="329503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4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40" name="Text Placeholder 179">
            <a:extLst>
              <a:ext uri="{FF2B5EF4-FFF2-40B4-BE49-F238E27FC236}">
                <a16:creationId xmlns:a16="http://schemas.microsoft.com/office/drawing/2014/main" id="{EDB59F7A-7DDB-4D2C-8E0C-B330C41660E0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3474720" y="4695528"/>
            <a:ext cx="2194560" cy="350543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  <p:sp>
        <p:nvSpPr>
          <p:cNvPr id="238" name="Text Placeholder 179">
            <a:extLst>
              <a:ext uri="{FF2B5EF4-FFF2-40B4-BE49-F238E27FC236}">
                <a16:creationId xmlns:a16="http://schemas.microsoft.com/office/drawing/2014/main" id="{AF60A85A-AE0E-4B8C-837E-0C598D9B4FD8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5835436" y="4473201"/>
            <a:ext cx="1828800" cy="329503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450" b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9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Name</a:t>
            </a:r>
          </a:p>
        </p:txBody>
      </p:sp>
    </p:spTree>
    <p:extLst>
      <p:ext uri="{BB962C8B-B14F-4D97-AF65-F5344CB8AC3E}">
        <p14:creationId xmlns:p14="http://schemas.microsoft.com/office/powerpoint/2010/main" val="2418331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27529DA-96C1-4A44-8E83-B306BEC000A8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B41DC31D-BAC7-4908-B878-95981747A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543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jpe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jpe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jpeg"/><Relationship Id="rId30" Type="http://schemas.openxmlformats.org/officeDocument/2006/relationships/image" Target="../media/image33.jpg"/><Relationship Id="rId8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itle 440">
            <a:extLst>
              <a:ext uri="{FF2B5EF4-FFF2-40B4-BE49-F238E27FC236}">
                <a16:creationId xmlns:a16="http://schemas.microsoft.com/office/drawing/2014/main" id="{8856DBAC-9F0B-1B43-1ED9-A53D797DD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 FAMILY TREE</a:t>
            </a:r>
          </a:p>
        </p:txBody>
      </p:sp>
      <p:sp>
        <p:nvSpPr>
          <p:cNvPr id="442" name="Subtitle 441">
            <a:extLst>
              <a:ext uri="{FF2B5EF4-FFF2-40B4-BE49-F238E27FC236}">
                <a16:creationId xmlns:a16="http://schemas.microsoft.com/office/drawing/2014/main" id="{51542F9A-ACD0-D62E-CDAD-8A6C7429EB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Family Tree Infographic</a:t>
            </a:r>
          </a:p>
        </p:txBody>
      </p:sp>
      <p:pic>
        <p:nvPicPr>
          <p:cNvPr id="3" name="Picture Placeholder 2" descr="A person in a suit">
            <a:extLst>
              <a:ext uri="{FF2B5EF4-FFF2-40B4-BE49-F238E27FC236}">
                <a16:creationId xmlns:a16="http://schemas.microsoft.com/office/drawing/2014/main" id="{FDB50B7A-7145-C3F3-EC2D-3E3302E9F519}"/>
              </a:ext>
            </a:extLst>
          </p:cNvPr>
          <p:cNvPicPr>
            <a:picLocks noGrp="1" noChangeAspect="1"/>
          </p:cNvPicPr>
          <p:nvPr>
            <p:ph type="pic" sz="quarter" idx="17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" name="Picture Placeholder 6" descr="A close-up of a person wearing a graduation cap">
            <a:extLst>
              <a:ext uri="{FF2B5EF4-FFF2-40B4-BE49-F238E27FC236}">
                <a16:creationId xmlns:a16="http://schemas.microsoft.com/office/drawing/2014/main" id="{C3826AB1-95EB-29A4-C580-07416794649F}"/>
              </a:ext>
            </a:extLst>
          </p:cNvPr>
          <p:cNvPicPr>
            <a:picLocks noGrp="1" noChangeAspect="1"/>
          </p:cNvPicPr>
          <p:nvPr>
            <p:ph type="pic" sz="quarter" idx="17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9" name="Picture Placeholder 8" descr="A person smiling at the camera">
            <a:extLst>
              <a:ext uri="{FF2B5EF4-FFF2-40B4-BE49-F238E27FC236}">
                <a16:creationId xmlns:a16="http://schemas.microsoft.com/office/drawing/2014/main" id="{C53B6EC2-3957-AE8B-25C6-C4DF628E9EAA}"/>
              </a:ext>
            </a:extLst>
          </p:cNvPr>
          <p:cNvPicPr>
            <a:picLocks noGrp="1" noChangeAspect="1"/>
          </p:cNvPicPr>
          <p:nvPr>
            <p:ph type="pic" sz="quarter" idx="17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11" name="Picture Placeholder 10" descr="A person smiling with a turban on her head">
            <a:extLst>
              <a:ext uri="{FF2B5EF4-FFF2-40B4-BE49-F238E27FC236}">
                <a16:creationId xmlns:a16="http://schemas.microsoft.com/office/drawing/2014/main" id="{829B35A9-8DC8-F42E-AE4D-61D9458E1F5A}"/>
              </a:ext>
            </a:extLst>
          </p:cNvPr>
          <p:cNvPicPr>
            <a:picLocks noGrp="1" noChangeAspect="1"/>
          </p:cNvPicPr>
          <p:nvPr>
            <p:ph type="pic" sz="quarter" idx="169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13" name="Picture Placeholder 12" descr="A person smiling with his hands folded">
            <a:extLst>
              <a:ext uri="{FF2B5EF4-FFF2-40B4-BE49-F238E27FC236}">
                <a16:creationId xmlns:a16="http://schemas.microsoft.com/office/drawing/2014/main" id="{41664D9B-99D4-2AC7-BC0A-3257412D98A2}"/>
              </a:ext>
            </a:extLst>
          </p:cNvPr>
          <p:cNvPicPr>
            <a:picLocks noGrp="1" noChangeAspect="1"/>
          </p:cNvPicPr>
          <p:nvPr>
            <p:ph type="pic" sz="quarter" idx="168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15" name="Picture Placeholder 14" descr="A close-up of a person">
            <a:extLst>
              <a:ext uri="{FF2B5EF4-FFF2-40B4-BE49-F238E27FC236}">
                <a16:creationId xmlns:a16="http://schemas.microsoft.com/office/drawing/2014/main" id="{E37208BA-B2C1-B024-24D4-85F21E5C5327}"/>
              </a:ext>
            </a:extLst>
          </p:cNvPr>
          <p:cNvPicPr>
            <a:picLocks noGrp="1" noChangeAspect="1"/>
          </p:cNvPicPr>
          <p:nvPr>
            <p:ph type="pic" sz="quarter" idx="167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17" name="Picture Placeholder 16" descr="Person smiling ">
            <a:extLst>
              <a:ext uri="{FF2B5EF4-FFF2-40B4-BE49-F238E27FC236}">
                <a16:creationId xmlns:a16="http://schemas.microsoft.com/office/drawing/2014/main" id="{156EE418-EE28-46A1-6988-C3FEA3B560FE}"/>
              </a:ext>
            </a:extLst>
          </p:cNvPr>
          <p:cNvPicPr>
            <a:picLocks noGrp="1" noChangeAspect="1"/>
          </p:cNvPicPr>
          <p:nvPr>
            <p:ph type="pic" sz="quarter" idx="166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19" name="Picture Placeholder 18" descr="A person with curly hair smiling">
            <a:extLst>
              <a:ext uri="{FF2B5EF4-FFF2-40B4-BE49-F238E27FC236}">
                <a16:creationId xmlns:a16="http://schemas.microsoft.com/office/drawing/2014/main" id="{9F944F85-B996-B5D1-405B-DFA66AE6FC15}"/>
              </a:ext>
            </a:extLst>
          </p:cNvPr>
          <p:cNvPicPr>
            <a:picLocks noGrp="1" noChangeAspect="1"/>
          </p:cNvPicPr>
          <p:nvPr>
            <p:ph type="pic" sz="quarter" idx="165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21" name="Picture Placeholder 20" descr="A close-up of a person">
            <a:extLst>
              <a:ext uri="{FF2B5EF4-FFF2-40B4-BE49-F238E27FC236}">
                <a16:creationId xmlns:a16="http://schemas.microsoft.com/office/drawing/2014/main" id="{A1F43BDC-E3EF-1061-F2CC-67CA8FB41612}"/>
              </a:ext>
            </a:extLst>
          </p:cNvPr>
          <p:cNvPicPr>
            <a:picLocks noGrp="1" noChangeAspect="1"/>
          </p:cNvPicPr>
          <p:nvPr>
            <p:ph type="pic" sz="quarter" idx="180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23" name="Picture Placeholder 22" descr="A person smiling with his hands folded">
            <a:extLst>
              <a:ext uri="{FF2B5EF4-FFF2-40B4-BE49-F238E27FC236}">
                <a16:creationId xmlns:a16="http://schemas.microsoft.com/office/drawing/2014/main" id="{86CE7B96-01D6-EF6B-76AA-592A0BCD5F21}"/>
              </a:ext>
            </a:extLst>
          </p:cNvPr>
          <p:cNvPicPr>
            <a:picLocks noGrp="1" noChangeAspect="1"/>
          </p:cNvPicPr>
          <p:nvPr>
            <p:ph type="pic" sz="quarter" idx="179"/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25" name="Picture Placeholder 24" descr="A person smiling with a turban on her head">
            <a:extLst>
              <a:ext uri="{FF2B5EF4-FFF2-40B4-BE49-F238E27FC236}">
                <a16:creationId xmlns:a16="http://schemas.microsoft.com/office/drawing/2014/main" id="{D6007E1C-8FF2-E7F9-8687-96132926D5D0}"/>
              </a:ext>
            </a:extLst>
          </p:cNvPr>
          <p:cNvPicPr>
            <a:picLocks noGrp="1" noChangeAspect="1"/>
          </p:cNvPicPr>
          <p:nvPr>
            <p:ph type="pic" sz="quarter" idx="178"/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27" name="Picture Placeholder 26" descr="A person smiling at the camera">
            <a:extLst>
              <a:ext uri="{FF2B5EF4-FFF2-40B4-BE49-F238E27FC236}">
                <a16:creationId xmlns:a16="http://schemas.microsoft.com/office/drawing/2014/main" id="{13B5A9CF-F533-3215-C615-B9B8BEF481E9}"/>
              </a:ext>
            </a:extLst>
          </p:cNvPr>
          <p:cNvPicPr>
            <a:picLocks noGrp="1" noChangeAspect="1"/>
          </p:cNvPicPr>
          <p:nvPr>
            <p:ph type="pic" sz="quarter" idx="177"/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29" name="Picture Placeholder 28" descr="A person looking to the side">
            <a:extLst>
              <a:ext uri="{FF2B5EF4-FFF2-40B4-BE49-F238E27FC236}">
                <a16:creationId xmlns:a16="http://schemas.microsoft.com/office/drawing/2014/main" id="{58522877-7A91-AAC9-DEC2-2EACF264D809}"/>
              </a:ext>
            </a:extLst>
          </p:cNvPr>
          <p:cNvPicPr>
            <a:picLocks noGrp="1" noChangeAspect="1"/>
          </p:cNvPicPr>
          <p:nvPr>
            <p:ph type="pic" sz="quarter" idx="176"/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31" name="Picture Placeholder 30" descr="A person with a beard and mustache smiling">
            <a:extLst>
              <a:ext uri="{FF2B5EF4-FFF2-40B4-BE49-F238E27FC236}">
                <a16:creationId xmlns:a16="http://schemas.microsoft.com/office/drawing/2014/main" id="{C2AED108-E18E-C539-E15F-0690FB8683AE}"/>
              </a:ext>
            </a:extLst>
          </p:cNvPr>
          <p:cNvPicPr>
            <a:picLocks noGrp="1" noChangeAspect="1"/>
          </p:cNvPicPr>
          <p:nvPr>
            <p:ph type="pic" sz="quarter" idx="175"/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33" name="Picture Placeholder 32" descr="A person smiling with a head scarf">
            <a:extLst>
              <a:ext uri="{FF2B5EF4-FFF2-40B4-BE49-F238E27FC236}">
                <a16:creationId xmlns:a16="http://schemas.microsoft.com/office/drawing/2014/main" id="{759D2F5B-511B-F3DE-D799-932B34C8158D}"/>
              </a:ext>
            </a:extLst>
          </p:cNvPr>
          <p:cNvPicPr>
            <a:picLocks noGrp="1" noChangeAspect="1"/>
          </p:cNvPicPr>
          <p:nvPr>
            <p:ph type="pic" sz="quarter" idx="174"/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35" name="Picture Placeholder 34" descr="A person in a greenhouse smiling">
            <a:extLst>
              <a:ext uri="{FF2B5EF4-FFF2-40B4-BE49-F238E27FC236}">
                <a16:creationId xmlns:a16="http://schemas.microsoft.com/office/drawing/2014/main" id="{AC3097E2-7ECB-6212-E0BB-31E7C07E8512}"/>
              </a:ext>
            </a:extLst>
          </p:cNvPr>
          <p:cNvPicPr>
            <a:picLocks noGrp="1" noChangeAspect="1"/>
          </p:cNvPicPr>
          <p:nvPr>
            <p:ph type="pic" sz="quarter" idx="173"/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E05E7-1AFC-1580-CCCC-CAA9130E606C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r>
              <a:rPr lang="en-US" dirty="0"/>
              <a:t>Elvira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6ABAE-5D89-4E93-2FF3-48E70BD578E2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r>
              <a:rPr lang="en-US" dirty="0"/>
              <a:t>Cano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462A0515-B9E9-589D-C1DB-5E2F44A2E202}"/>
              </a:ext>
            </a:extLst>
          </p:cNvPr>
          <p:cNvSpPr>
            <a:spLocks noGrp="1"/>
          </p:cNvSpPr>
          <p:nvPr>
            <p:ph type="body" sz="quarter" idx="191"/>
          </p:nvPr>
        </p:nvSpPr>
        <p:spPr/>
        <p:txBody>
          <a:bodyPr/>
          <a:lstStyle/>
          <a:p>
            <a:r>
              <a:rPr lang="en-US" dirty="0"/>
              <a:t>Kendall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A9B13881-833A-38B1-6C0E-F66716A15AD6}"/>
              </a:ext>
            </a:extLst>
          </p:cNvPr>
          <p:cNvSpPr>
            <a:spLocks noGrp="1"/>
          </p:cNvSpPr>
          <p:nvPr>
            <p:ph type="body" sz="quarter" idx="192"/>
          </p:nvPr>
        </p:nvSpPr>
        <p:spPr/>
        <p:txBody>
          <a:bodyPr/>
          <a:lstStyle/>
          <a:p>
            <a:r>
              <a:rPr lang="en-US" dirty="0"/>
              <a:t>Collins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A797310F-6E54-92EC-B4A1-43BC4EA62AE0}"/>
              </a:ext>
            </a:extLst>
          </p:cNvPr>
          <p:cNvSpPr>
            <a:spLocks noGrp="1"/>
          </p:cNvSpPr>
          <p:nvPr>
            <p:ph type="body" sz="quarter" idx="193"/>
          </p:nvPr>
        </p:nvSpPr>
        <p:spPr/>
        <p:txBody>
          <a:bodyPr/>
          <a:lstStyle/>
          <a:p>
            <a:r>
              <a:rPr lang="en-US" dirty="0"/>
              <a:t>Monte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60992CE0-C1E3-8A2D-A8C5-F434F5EA2F4F}"/>
              </a:ext>
            </a:extLst>
          </p:cNvPr>
          <p:cNvSpPr>
            <a:spLocks noGrp="1"/>
          </p:cNvSpPr>
          <p:nvPr>
            <p:ph type="body" sz="quarter" idx="194"/>
          </p:nvPr>
        </p:nvSpPr>
        <p:spPr/>
        <p:txBody>
          <a:bodyPr/>
          <a:lstStyle/>
          <a:p>
            <a:r>
              <a:rPr lang="en-US" dirty="0"/>
              <a:t>Miller</a:t>
            </a:r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E9B8EE64-0BC7-C180-4F1A-D93347E69421}"/>
              </a:ext>
            </a:extLst>
          </p:cNvPr>
          <p:cNvSpPr>
            <a:spLocks noGrp="1"/>
          </p:cNvSpPr>
          <p:nvPr>
            <p:ph type="body" sz="quarter" idx="195"/>
          </p:nvPr>
        </p:nvSpPr>
        <p:spPr/>
        <p:txBody>
          <a:bodyPr/>
          <a:lstStyle/>
          <a:p>
            <a:r>
              <a:rPr lang="en-US" dirty="0"/>
              <a:t>Kendall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DCF282FE-4189-6DDB-C564-ACB7A8CDB622}"/>
              </a:ext>
            </a:extLst>
          </p:cNvPr>
          <p:cNvSpPr>
            <a:spLocks noGrp="1"/>
          </p:cNvSpPr>
          <p:nvPr>
            <p:ph type="body" sz="quarter" idx="196"/>
          </p:nvPr>
        </p:nvSpPr>
        <p:spPr/>
        <p:txBody>
          <a:bodyPr/>
          <a:lstStyle/>
          <a:p>
            <a:r>
              <a:rPr lang="en-US" dirty="0"/>
              <a:t>Collins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72D92EED-C4AE-7D7A-15DC-C7BEC9264750}"/>
              </a:ext>
            </a:extLst>
          </p:cNvPr>
          <p:cNvSpPr>
            <a:spLocks noGrp="1"/>
          </p:cNvSpPr>
          <p:nvPr>
            <p:ph type="body" sz="quarter" idx="197"/>
          </p:nvPr>
        </p:nvSpPr>
        <p:spPr/>
        <p:txBody>
          <a:bodyPr/>
          <a:lstStyle/>
          <a:p>
            <a:r>
              <a:rPr lang="en-US" dirty="0"/>
              <a:t>Paula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42D0CEAC-28BB-DC39-C0E6-F71DF3AF7939}"/>
              </a:ext>
            </a:extLst>
          </p:cNvPr>
          <p:cNvSpPr>
            <a:spLocks noGrp="1"/>
          </p:cNvSpPr>
          <p:nvPr>
            <p:ph type="body" sz="quarter" idx="198"/>
          </p:nvPr>
        </p:nvSpPr>
        <p:spPr/>
        <p:txBody>
          <a:bodyPr/>
          <a:lstStyle/>
          <a:p>
            <a:r>
              <a:rPr lang="en-US" dirty="0"/>
              <a:t>Nunez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93AA511F-5E03-2991-F4AA-07C6C71AC658}"/>
              </a:ext>
            </a:extLst>
          </p:cNvPr>
          <p:cNvSpPr>
            <a:spLocks noGrp="1"/>
          </p:cNvSpPr>
          <p:nvPr>
            <p:ph type="body" sz="quarter" idx="199"/>
          </p:nvPr>
        </p:nvSpPr>
        <p:spPr/>
        <p:txBody>
          <a:bodyPr/>
          <a:lstStyle/>
          <a:p>
            <a:r>
              <a:rPr lang="en-US" dirty="0"/>
              <a:t>Avri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9A8B2125-B783-B678-AE10-2BD3353EA14B}"/>
              </a:ext>
            </a:extLst>
          </p:cNvPr>
          <p:cNvSpPr>
            <a:spLocks noGrp="1"/>
          </p:cNvSpPr>
          <p:nvPr>
            <p:ph type="body" sz="quarter" idx="200"/>
          </p:nvPr>
        </p:nvSpPr>
        <p:spPr/>
        <p:txBody>
          <a:bodyPr/>
          <a:lstStyle/>
          <a:p>
            <a:r>
              <a:rPr lang="en-US" dirty="0"/>
              <a:t>Grin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9410F766-6582-B0FF-FA40-799B85E0A21E}"/>
              </a:ext>
            </a:extLst>
          </p:cNvPr>
          <p:cNvSpPr>
            <a:spLocks noGrp="1"/>
          </p:cNvSpPr>
          <p:nvPr>
            <p:ph type="body" sz="quarter" idx="201"/>
          </p:nvPr>
        </p:nvSpPr>
        <p:spPr/>
        <p:txBody>
          <a:bodyPr/>
          <a:lstStyle/>
          <a:p>
            <a:r>
              <a:rPr lang="en-US" dirty="0"/>
              <a:t>Vlasta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527C9A59-E9D6-3F35-F533-1A92E680F816}"/>
              </a:ext>
            </a:extLst>
          </p:cNvPr>
          <p:cNvSpPr>
            <a:spLocks noGrp="1"/>
          </p:cNvSpPr>
          <p:nvPr>
            <p:ph type="body" sz="quarter" idx="202"/>
          </p:nvPr>
        </p:nvSpPr>
        <p:spPr/>
        <p:txBody>
          <a:bodyPr/>
          <a:lstStyle/>
          <a:p>
            <a:r>
              <a:rPr lang="en-US" dirty="0"/>
              <a:t>Koci</a:t>
            </a:r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0E82B980-CD8A-D4E0-5B10-18A58D761C98}"/>
              </a:ext>
            </a:extLst>
          </p:cNvPr>
          <p:cNvSpPr>
            <a:spLocks noGrp="1"/>
          </p:cNvSpPr>
          <p:nvPr>
            <p:ph type="body" sz="quarter" idx="203"/>
          </p:nvPr>
        </p:nvSpPr>
        <p:spPr/>
        <p:txBody>
          <a:bodyPr/>
          <a:lstStyle/>
          <a:p>
            <a:r>
              <a:rPr lang="en-US" dirty="0"/>
              <a:t>Nazar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EFA5F11D-6418-E185-36A2-CA0EB232081B}"/>
              </a:ext>
            </a:extLst>
          </p:cNvPr>
          <p:cNvSpPr>
            <a:spLocks noGrp="1"/>
          </p:cNvSpPr>
          <p:nvPr>
            <p:ph type="body" sz="quarter" idx="204"/>
          </p:nvPr>
        </p:nvSpPr>
        <p:spPr/>
        <p:txBody>
          <a:bodyPr/>
          <a:lstStyle/>
          <a:p>
            <a:r>
              <a:rPr lang="en-US" dirty="0"/>
              <a:t>Neill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A0223398-F7C9-AA05-1E6F-523994F99EA1}"/>
              </a:ext>
            </a:extLst>
          </p:cNvPr>
          <p:cNvSpPr>
            <a:spLocks noGrp="1"/>
          </p:cNvSpPr>
          <p:nvPr>
            <p:ph type="body" sz="quarter" idx="205"/>
          </p:nvPr>
        </p:nvSpPr>
        <p:spPr/>
        <p:txBody>
          <a:bodyPr/>
          <a:lstStyle/>
          <a:p>
            <a:r>
              <a:rPr lang="en-US" dirty="0"/>
              <a:t>Isabel</a:t>
            </a:r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5D71FC9C-88BC-B5DE-F1BD-2A457C819872}"/>
              </a:ext>
            </a:extLst>
          </p:cNvPr>
          <p:cNvSpPr>
            <a:spLocks noGrp="1"/>
          </p:cNvSpPr>
          <p:nvPr>
            <p:ph type="body" sz="quarter" idx="206"/>
          </p:nvPr>
        </p:nvSpPr>
        <p:spPr/>
        <p:txBody>
          <a:bodyPr/>
          <a:lstStyle/>
          <a:p>
            <a:r>
              <a:rPr lang="en-US" dirty="0"/>
              <a:t>Garcia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60BCCF13-4688-37CE-B821-6D1D521B9059}"/>
              </a:ext>
            </a:extLst>
          </p:cNvPr>
          <p:cNvSpPr>
            <a:spLocks noGrp="1"/>
          </p:cNvSpPr>
          <p:nvPr>
            <p:ph type="body" sz="quarter" idx="207"/>
          </p:nvPr>
        </p:nvSpPr>
        <p:spPr/>
        <p:txBody>
          <a:bodyPr/>
          <a:lstStyle/>
          <a:p>
            <a:r>
              <a:rPr lang="en-US" dirty="0"/>
              <a:t>Meitar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371FEA5B-78C4-1EDE-4396-9C5C406D6E5F}"/>
              </a:ext>
            </a:extLst>
          </p:cNvPr>
          <p:cNvSpPr>
            <a:spLocks noGrp="1"/>
          </p:cNvSpPr>
          <p:nvPr>
            <p:ph type="body" sz="quarter" idx="208"/>
          </p:nvPr>
        </p:nvSpPr>
        <p:spPr/>
        <p:txBody>
          <a:bodyPr/>
          <a:lstStyle/>
          <a:p>
            <a:r>
              <a:rPr lang="en-US" dirty="0"/>
              <a:t>Rokach</a:t>
            </a:r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09B8E779-4A56-14D1-9331-7801B62E028F}"/>
              </a:ext>
            </a:extLst>
          </p:cNvPr>
          <p:cNvSpPr>
            <a:spLocks noGrp="1"/>
          </p:cNvSpPr>
          <p:nvPr>
            <p:ph type="body" sz="quarter" idx="209"/>
          </p:nvPr>
        </p:nvSpPr>
        <p:spPr/>
        <p:txBody>
          <a:bodyPr/>
          <a:lstStyle/>
          <a:p>
            <a:r>
              <a:rPr lang="en-US" dirty="0"/>
              <a:t>Frey</a:t>
            </a:r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75CE839C-72A4-C9AB-9275-27793006D190}"/>
              </a:ext>
            </a:extLst>
          </p:cNvPr>
          <p:cNvSpPr>
            <a:spLocks noGrp="1"/>
          </p:cNvSpPr>
          <p:nvPr>
            <p:ph type="body" sz="quarter" idx="210"/>
          </p:nvPr>
        </p:nvSpPr>
        <p:spPr/>
        <p:txBody>
          <a:bodyPr/>
          <a:lstStyle/>
          <a:p>
            <a:r>
              <a:rPr lang="en-US" dirty="0"/>
              <a:t>Munch</a:t>
            </a:r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62D80BA0-E92A-908F-374A-005809DFD743}"/>
              </a:ext>
            </a:extLst>
          </p:cNvPr>
          <p:cNvSpPr>
            <a:spLocks noGrp="1"/>
          </p:cNvSpPr>
          <p:nvPr>
            <p:ph type="body" sz="quarter" idx="211"/>
          </p:nvPr>
        </p:nvSpPr>
        <p:spPr/>
        <p:txBody>
          <a:bodyPr/>
          <a:lstStyle/>
          <a:p>
            <a:r>
              <a:rPr lang="en-US" dirty="0"/>
              <a:t>Dean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098C22F9-FEE9-32EE-A0F4-79A981262987}"/>
              </a:ext>
            </a:extLst>
          </p:cNvPr>
          <p:cNvSpPr>
            <a:spLocks noGrp="1"/>
          </p:cNvSpPr>
          <p:nvPr>
            <p:ph type="body" sz="quarter" idx="212"/>
          </p:nvPr>
        </p:nvSpPr>
        <p:spPr/>
        <p:txBody>
          <a:bodyPr/>
          <a:lstStyle/>
          <a:p>
            <a:r>
              <a:rPr lang="en-US" dirty="0"/>
              <a:t>Ivanovic</a:t>
            </a:r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7D5B52D6-17DC-C5DF-843B-60083196CEDC}"/>
              </a:ext>
            </a:extLst>
          </p:cNvPr>
          <p:cNvSpPr>
            <a:spLocks noGrp="1"/>
          </p:cNvSpPr>
          <p:nvPr>
            <p:ph type="body" sz="quarter" idx="213"/>
          </p:nvPr>
        </p:nvSpPr>
        <p:spPr/>
        <p:txBody>
          <a:bodyPr/>
          <a:lstStyle/>
          <a:p>
            <a:r>
              <a:rPr lang="en-US" dirty="0"/>
              <a:t>Conny</a:t>
            </a:r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005E6E70-09A4-9259-F9E6-290B3EE55483}"/>
              </a:ext>
            </a:extLst>
          </p:cNvPr>
          <p:cNvSpPr>
            <a:spLocks noGrp="1"/>
          </p:cNvSpPr>
          <p:nvPr>
            <p:ph type="body" sz="quarter" idx="214"/>
          </p:nvPr>
        </p:nvSpPr>
        <p:spPr/>
        <p:txBody>
          <a:bodyPr/>
          <a:lstStyle/>
          <a:p>
            <a:r>
              <a:rPr lang="en-US" dirty="0"/>
              <a:t>Hoffman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E3176D81-AA2F-2837-4A3A-C353E60420A8}"/>
              </a:ext>
            </a:extLst>
          </p:cNvPr>
          <p:cNvSpPr>
            <a:spLocks noGrp="1"/>
          </p:cNvSpPr>
          <p:nvPr>
            <p:ph type="body" sz="quarter" idx="215"/>
          </p:nvPr>
        </p:nvSpPr>
        <p:spPr/>
        <p:txBody>
          <a:bodyPr/>
          <a:lstStyle/>
          <a:p>
            <a:r>
              <a:rPr lang="en-US" dirty="0"/>
              <a:t>Elad</a:t>
            </a:r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5F07F22A-E611-2891-E6DC-C993E783EE91}"/>
              </a:ext>
            </a:extLst>
          </p:cNvPr>
          <p:cNvSpPr>
            <a:spLocks noGrp="1"/>
          </p:cNvSpPr>
          <p:nvPr>
            <p:ph type="body" sz="quarter" idx="216"/>
          </p:nvPr>
        </p:nvSpPr>
        <p:spPr/>
        <p:txBody>
          <a:bodyPr/>
          <a:lstStyle/>
          <a:p>
            <a:r>
              <a:rPr lang="en-US" dirty="0"/>
              <a:t>Gal</a:t>
            </a:r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D164B1F1-3707-72DB-81C8-B667406A7E08}"/>
              </a:ext>
            </a:extLst>
          </p:cNvPr>
          <p:cNvSpPr>
            <a:spLocks noGrp="1"/>
          </p:cNvSpPr>
          <p:nvPr>
            <p:ph type="body" sz="quarter" idx="217"/>
          </p:nvPr>
        </p:nvSpPr>
        <p:spPr/>
        <p:txBody>
          <a:bodyPr/>
          <a:lstStyle/>
          <a:p>
            <a:r>
              <a:rPr lang="en-US" dirty="0"/>
              <a:t>Helen</a:t>
            </a:r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F6D96BDA-CF64-EE33-ACFA-427E8AD82AB0}"/>
              </a:ext>
            </a:extLst>
          </p:cNvPr>
          <p:cNvSpPr>
            <a:spLocks noGrp="1"/>
          </p:cNvSpPr>
          <p:nvPr>
            <p:ph type="body" sz="quarter" idx="218"/>
          </p:nvPr>
        </p:nvSpPr>
        <p:spPr/>
        <p:txBody>
          <a:bodyPr/>
          <a:lstStyle/>
          <a:p>
            <a:r>
              <a:rPr lang="en-US" dirty="0"/>
              <a:t>Karu</a:t>
            </a:r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DBB81977-594D-DC8D-45C8-A19BA1A4E486}"/>
              </a:ext>
            </a:extLst>
          </p:cNvPr>
          <p:cNvSpPr>
            <a:spLocks noGrp="1"/>
          </p:cNvSpPr>
          <p:nvPr>
            <p:ph type="body" sz="quarter" idx="219"/>
          </p:nvPr>
        </p:nvSpPr>
        <p:spPr/>
        <p:txBody>
          <a:bodyPr/>
          <a:lstStyle/>
          <a:p>
            <a:r>
              <a:rPr lang="en-US" dirty="0"/>
              <a:t>Guy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FFCF6F56-0193-B6A3-2CF8-004FF78D2968}"/>
              </a:ext>
            </a:extLst>
          </p:cNvPr>
          <p:cNvSpPr>
            <a:spLocks noGrp="1"/>
          </p:cNvSpPr>
          <p:nvPr>
            <p:ph type="body" sz="quarter" idx="220"/>
          </p:nvPr>
        </p:nvSpPr>
        <p:spPr/>
        <p:txBody>
          <a:bodyPr/>
          <a:lstStyle/>
          <a:p>
            <a:r>
              <a:rPr lang="en-US" dirty="0"/>
              <a:t>Oz</a:t>
            </a:r>
          </a:p>
        </p:txBody>
      </p:sp>
      <p:pic>
        <p:nvPicPr>
          <p:cNvPr id="37" name="Picture Placeholder 36" descr="A person wearing a graduation cap">
            <a:extLst>
              <a:ext uri="{FF2B5EF4-FFF2-40B4-BE49-F238E27FC236}">
                <a16:creationId xmlns:a16="http://schemas.microsoft.com/office/drawing/2014/main" id="{8368E0E7-4BD5-A9B2-B49F-311EA3C455C0}"/>
              </a:ext>
            </a:extLst>
          </p:cNvPr>
          <p:cNvPicPr>
            <a:picLocks noGrp="1" noChangeAspect="1"/>
          </p:cNvPicPr>
          <p:nvPr>
            <p:ph type="pic" sz="quarter" idx="183"/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188" name="Picture Placeholder 187" descr="A person in a black turtleneck">
            <a:extLst>
              <a:ext uri="{FF2B5EF4-FFF2-40B4-BE49-F238E27FC236}">
                <a16:creationId xmlns:a16="http://schemas.microsoft.com/office/drawing/2014/main" id="{89149502-C55E-8C2C-F58E-EAB55A6EE2A0}"/>
              </a:ext>
            </a:extLst>
          </p:cNvPr>
          <p:cNvPicPr>
            <a:picLocks noGrp="1" noChangeAspect="1"/>
          </p:cNvPicPr>
          <p:nvPr>
            <p:ph type="pic" sz="quarter" idx="182"/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190" name="Picture Placeholder 189" descr="A person with a beard and mustache smiling">
            <a:extLst>
              <a:ext uri="{FF2B5EF4-FFF2-40B4-BE49-F238E27FC236}">
                <a16:creationId xmlns:a16="http://schemas.microsoft.com/office/drawing/2014/main" id="{6496C699-8B2F-0230-4D6F-5D63CE34029B}"/>
              </a:ext>
            </a:extLst>
          </p:cNvPr>
          <p:cNvPicPr>
            <a:picLocks noGrp="1" noChangeAspect="1"/>
          </p:cNvPicPr>
          <p:nvPr>
            <p:ph type="pic" sz="quarter" idx="181"/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04" name="Picture Placeholder 703" descr="A close-up of a person">
            <a:extLst>
              <a:ext uri="{FF2B5EF4-FFF2-40B4-BE49-F238E27FC236}">
                <a16:creationId xmlns:a16="http://schemas.microsoft.com/office/drawing/2014/main" id="{569D7D6D-E4FB-EB77-C693-A46CD7AB62C0}"/>
              </a:ext>
            </a:extLst>
          </p:cNvPr>
          <p:cNvPicPr>
            <a:picLocks noGrp="1" noChangeAspect="1"/>
          </p:cNvPicPr>
          <p:nvPr>
            <p:ph type="pic" sz="quarter" idx="164"/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06" name="Picture Placeholder 705" descr="A person smiling with his hands behind his back">
            <a:extLst>
              <a:ext uri="{FF2B5EF4-FFF2-40B4-BE49-F238E27FC236}">
                <a16:creationId xmlns:a16="http://schemas.microsoft.com/office/drawing/2014/main" id="{EAE0B0C5-AEB6-901F-4A5C-B833D21F19F1}"/>
              </a:ext>
            </a:extLst>
          </p:cNvPr>
          <p:cNvPicPr>
            <a:picLocks noGrp="1" noChangeAspect="1"/>
          </p:cNvPicPr>
          <p:nvPr>
            <p:ph type="pic" sz="quarter" idx="187"/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08" name="Picture Placeholder 707" descr="A person with long curly hair smiling">
            <a:extLst>
              <a:ext uri="{FF2B5EF4-FFF2-40B4-BE49-F238E27FC236}">
                <a16:creationId xmlns:a16="http://schemas.microsoft.com/office/drawing/2014/main" id="{C3129E66-8812-A38F-D2F8-CF49C8F7DD75}"/>
              </a:ext>
            </a:extLst>
          </p:cNvPr>
          <p:cNvPicPr>
            <a:picLocks noGrp="1" noChangeAspect="1"/>
          </p:cNvPicPr>
          <p:nvPr>
            <p:ph type="pic" sz="quarter" idx="186"/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10" name="Picture Placeholder 709" descr="A person smiling at camera">
            <a:extLst>
              <a:ext uri="{FF2B5EF4-FFF2-40B4-BE49-F238E27FC236}">
                <a16:creationId xmlns:a16="http://schemas.microsoft.com/office/drawing/2014/main" id="{32A6187D-4BD4-01B9-3FB8-7DF55805F1B3}"/>
              </a:ext>
            </a:extLst>
          </p:cNvPr>
          <p:cNvPicPr>
            <a:picLocks noGrp="1" noChangeAspect="1"/>
          </p:cNvPicPr>
          <p:nvPr>
            <p:ph type="pic" sz="quarter" idx="185"/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12" name="Picture Placeholder 711" descr="A close-up of a person smiling">
            <a:extLst>
              <a:ext uri="{FF2B5EF4-FFF2-40B4-BE49-F238E27FC236}">
                <a16:creationId xmlns:a16="http://schemas.microsoft.com/office/drawing/2014/main" id="{2BEF9DDB-FC52-F2F4-9543-6BCEB63556EE}"/>
              </a:ext>
            </a:extLst>
          </p:cNvPr>
          <p:cNvPicPr>
            <a:picLocks noGrp="1" noChangeAspect="1"/>
          </p:cNvPicPr>
          <p:nvPr>
            <p:ph type="pic" sz="quarter" idx="184"/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32" name="Text Placeholder 131">
            <a:extLst>
              <a:ext uri="{FF2B5EF4-FFF2-40B4-BE49-F238E27FC236}">
                <a16:creationId xmlns:a16="http://schemas.microsoft.com/office/drawing/2014/main" id="{4255F19A-0968-4879-7F00-7FA1D35BC1FE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Gerolamo</a:t>
            </a:r>
          </a:p>
        </p:txBody>
      </p:sp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D7042583-D439-5F6A-E437-C0D450D7B7BF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/>
        <p:txBody>
          <a:bodyPr/>
          <a:lstStyle/>
          <a:p>
            <a:r>
              <a:rPr lang="en-US" dirty="0"/>
              <a:t>Iadanza</a:t>
            </a:r>
          </a:p>
        </p:txBody>
      </p:sp>
      <p:sp>
        <p:nvSpPr>
          <p:cNvPr id="134" name="Text Placeholder 133">
            <a:extLst>
              <a:ext uri="{FF2B5EF4-FFF2-40B4-BE49-F238E27FC236}">
                <a16:creationId xmlns:a16="http://schemas.microsoft.com/office/drawing/2014/main" id="{DE07851A-ABB5-EAD8-41A4-DC24A5A4F499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r>
              <a:rPr lang="en-US" dirty="0"/>
              <a:t>Chanchal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307ECE4C-8707-CB75-30EA-4932D12611EF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rPr lang="en-US" dirty="0"/>
              <a:t>Sharma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BB5ECC03-195F-65A6-037B-A9B36C084F81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r>
              <a:rPr lang="en-US" dirty="0"/>
              <a:t>Benito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DF7FE327-1345-3A76-368C-1A8FB0EFA315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r>
              <a:rPr lang="en-US" dirty="0"/>
              <a:t>Romani</a:t>
            </a:r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BE8FED4B-6E23-3BD5-774E-1D1A0BEAA9AE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r>
              <a:rPr lang="en-US" dirty="0"/>
              <a:t>Angelica</a:t>
            </a:r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9D22D275-17C9-8125-524B-A27A117AA23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dirty="0"/>
              <a:t>Astrom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269F19C1-F2C7-45C4-0165-3218776DABBB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r>
              <a:rPr lang="en-US" dirty="0"/>
              <a:t>Allan</a:t>
            </a:r>
          </a:p>
        </p:txBody>
      </p:sp>
      <p:sp>
        <p:nvSpPr>
          <p:cNvPr id="146" name="Text Placeholder 145">
            <a:extLst>
              <a:ext uri="{FF2B5EF4-FFF2-40B4-BE49-F238E27FC236}">
                <a16:creationId xmlns:a16="http://schemas.microsoft.com/office/drawing/2014/main" id="{228EA786-02DA-462F-1223-40FCD0C59EAB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r>
              <a:rPr lang="en-US" dirty="0"/>
              <a:t>Mattsson</a:t>
            </a:r>
          </a:p>
        </p:txBody>
      </p:sp>
      <p:sp>
        <p:nvSpPr>
          <p:cNvPr id="147" name="Text Placeholder 146">
            <a:extLst>
              <a:ext uri="{FF2B5EF4-FFF2-40B4-BE49-F238E27FC236}">
                <a16:creationId xmlns:a16="http://schemas.microsoft.com/office/drawing/2014/main" id="{A679CCA5-4B64-C7FF-EA87-9DB61F8FCAA5}"/>
              </a:ext>
            </a:extLst>
          </p:cNvPr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r>
              <a:rPr lang="en-US" dirty="0"/>
              <a:t>Billie</a:t>
            </a:r>
          </a:p>
        </p:txBody>
      </p:sp>
      <p:sp>
        <p:nvSpPr>
          <p:cNvPr id="148" name="Text Placeholder 147">
            <a:extLst>
              <a:ext uri="{FF2B5EF4-FFF2-40B4-BE49-F238E27FC236}">
                <a16:creationId xmlns:a16="http://schemas.microsoft.com/office/drawing/2014/main" id="{767E95A6-62B4-D70A-A6E7-94DA65368AF7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r>
              <a:rPr lang="en-US" dirty="0"/>
              <a:t>Vester</a:t>
            </a:r>
          </a:p>
        </p:txBody>
      </p:sp>
      <p:sp>
        <p:nvSpPr>
          <p:cNvPr id="149" name="Text Placeholder 148">
            <a:extLst>
              <a:ext uri="{FF2B5EF4-FFF2-40B4-BE49-F238E27FC236}">
                <a16:creationId xmlns:a16="http://schemas.microsoft.com/office/drawing/2014/main" id="{42454091-E639-7F7D-61EB-EEC2B5BF9FA3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r>
              <a:rPr lang="en-US" dirty="0"/>
              <a:t>Carmelo</a:t>
            </a:r>
          </a:p>
        </p:txBody>
      </p:sp>
      <p:sp>
        <p:nvSpPr>
          <p:cNvPr id="150" name="Text Placeholder 149">
            <a:extLst>
              <a:ext uri="{FF2B5EF4-FFF2-40B4-BE49-F238E27FC236}">
                <a16:creationId xmlns:a16="http://schemas.microsoft.com/office/drawing/2014/main" id="{AF36B6C3-793F-0E58-D49C-08DB44F6C8D8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r>
              <a:rPr lang="en-US" dirty="0"/>
              <a:t>Barese</a:t>
            </a:r>
          </a:p>
        </p:txBody>
      </p:sp>
      <p:sp>
        <p:nvSpPr>
          <p:cNvPr id="151" name="Text Placeholder 150">
            <a:extLst>
              <a:ext uri="{FF2B5EF4-FFF2-40B4-BE49-F238E27FC236}">
                <a16:creationId xmlns:a16="http://schemas.microsoft.com/office/drawing/2014/main" id="{9FE4E3B9-2247-9D7D-0089-81676C77DE6C}"/>
              </a:ext>
            </a:extLst>
          </p:cNvPr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r>
              <a:rPr lang="en-US" dirty="0"/>
              <a:t>Ares</a:t>
            </a:r>
          </a:p>
        </p:txBody>
      </p:sp>
      <p:sp>
        <p:nvSpPr>
          <p:cNvPr id="152" name="Text Placeholder 151">
            <a:extLst>
              <a:ext uri="{FF2B5EF4-FFF2-40B4-BE49-F238E27FC236}">
                <a16:creationId xmlns:a16="http://schemas.microsoft.com/office/drawing/2014/main" id="{5E69740F-445C-ED7E-36CD-DC5F27361271}"/>
              </a:ext>
            </a:extLst>
          </p:cNvPr>
          <p:cNvSpPr>
            <a:spLocks noGrp="1"/>
          </p:cNvSpPr>
          <p:nvPr>
            <p:ph type="body" sz="quarter" idx="145"/>
          </p:nvPr>
        </p:nvSpPr>
        <p:spPr/>
        <p:txBody>
          <a:bodyPr/>
          <a:lstStyle/>
          <a:p>
            <a:r>
              <a:rPr lang="en-US" dirty="0"/>
              <a:t>Grau</a:t>
            </a:r>
          </a:p>
        </p:txBody>
      </p:sp>
      <p:pic>
        <p:nvPicPr>
          <p:cNvPr id="714" name="Picture Placeholder 713" descr="A person in a yellow tank top">
            <a:extLst>
              <a:ext uri="{FF2B5EF4-FFF2-40B4-BE49-F238E27FC236}">
                <a16:creationId xmlns:a16="http://schemas.microsoft.com/office/drawing/2014/main" id="{08E7AC6D-7BE0-885B-3B5D-7044B8DCF7B6}"/>
              </a:ext>
            </a:extLst>
          </p:cNvPr>
          <p:cNvPicPr>
            <a:picLocks noGrp="1" noChangeAspect="1"/>
          </p:cNvPicPr>
          <p:nvPr>
            <p:ph type="pic" sz="quarter" idx="188"/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16" name="Picture Placeholder 715" descr="A person with a white beard laughing">
            <a:extLst>
              <a:ext uri="{FF2B5EF4-FFF2-40B4-BE49-F238E27FC236}">
                <a16:creationId xmlns:a16="http://schemas.microsoft.com/office/drawing/2014/main" id="{D02C0DEE-272F-0736-0F24-DE5F30F8D762}"/>
              </a:ext>
            </a:extLst>
          </p:cNvPr>
          <p:cNvPicPr>
            <a:picLocks noGrp="1" noChangeAspect="1"/>
          </p:cNvPicPr>
          <p:nvPr>
            <p:ph type="pic" sz="quarter" idx="163"/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385" name="Picture Placeholder 384" descr="A person smiling with a red head wrap">
            <a:extLst>
              <a:ext uri="{FF2B5EF4-FFF2-40B4-BE49-F238E27FC236}">
                <a16:creationId xmlns:a16="http://schemas.microsoft.com/office/drawing/2014/main" id="{527435C7-A961-F2F2-E933-CBB73376D8E6}"/>
              </a:ext>
            </a:extLst>
          </p:cNvPr>
          <p:cNvPicPr>
            <a:picLocks noGrp="1" noChangeAspect="1"/>
          </p:cNvPicPr>
          <p:nvPr>
            <p:ph type="pic" sz="quarter" idx="190"/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65" name="Picture Placeholder 764" descr="A person smiling at the camera">
            <a:extLst>
              <a:ext uri="{FF2B5EF4-FFF2-40B4-BE49-F238E27FC236}">
                <a16:creationId xmlns:a16="http://schemas.microsoft.com/office/drawing/2014/main" id="{14FBEF68-8B25-31CE-E4EE-C2FC5886D75E}"/>
              </a:ext>
            </a:extLst>
          </p:cNvPr>
          <p:cNvPicPr>
            <a:picLocks noGrp="1" noChangeAspect="1"/>
          </p:cNvPicPr>
          <p:nvPr>
            <p:ph type="pic" sz="quarter" idx="189"/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F6D70F93-941D-6045-B3B9-F310044EAAD9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r>
              <a:rPr lang="en-US" dirty="0"/>
              <a:t>Marjorie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90549422-C2B1-599D-0FF2-28709604DEFE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r>
              <a:rPr lang="en-US" dirty="0"/>
              <a:t>Jewell</a:t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059E5EB0-E38B-F89D-2C46-E0DF778F20AD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r>
              <a:rPr lang="en-US" dirty="0"/>
              <a:t>Teo</a:t>
            </a:r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ACE5CED5-7804-E869-BC38-A90C652F7302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r>
              <a:rPr lang="en-US" dirty="0"/>
              <a:t>Marinovic</a:t>
            </a:r>
          </a:p>
        </p:txBody>
      </p:sp>
      <p:sp>
        <p:nvSpPr>
          <p:cNvPr id="153" name="Text Placeholder 152">
            <a:extLst>
              <a:ext uri="{FF2B5EF4-FFF2-40B4-BE49-F238E27FC236}">
                <a16:creationId xmlns:a16="http://schemas.microsoft.com/office/drawing/2014/main" id="{354C80E3-4BA1-3D43-A6FF-E3D2BB63A7D1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r>
              <a:rPr lang="en-US" dirty="0"/>
              <a:t>Serena</a:t>
            </a:r>
          </a:p>
        </p:txBody>
      </p:sp>
      <p:sp>
        <p:nvSpPr>
          <p:cNvPr id="154" name="Text Placeholder 153">
            <a:extLst>
              <a:ext uri="{FF2B5EF4-FFF2-40B4-BE49-F238E27FC236}">
                <a16:creationId xmlns:a16="http://schemas.microsoft.com/office/drawing/2014/main" id="{62F1443A-6379-E57A-8861-C312D620A706}"/>
              </a:ext>
            </a:extLst>
          </p:cNvPr>
          <p:cNvSpPr>
            <a:spLocks noGrp="1"/>
          </p:cNvSpPr>
          <p:nvPr>
            <p:ph type="body" sz="quarter" idx="147"/>
          </p:nvPr>
        </p:nvSpPr>
        <p:spPr/>
        <p:txBody>
          <a:bodyPr/>
          <a:lstStyle/>
          <a:p>
            <a:r>
              <a:rPr lang="en-US" dirty="0"/>
              <a:t>Davis</a:t>
            </a:r>
          </a:p>
        </p:txBody>
      </p:sp>
      <p:sp>
        <p:nvSpPr>
          <p:cNvPr id="155" name="Text Placeholder 154">
            <a:extLst>
              <a:ext uri="{FF2B5EF4-FFF2-40B4-BE49-F238E27FC236}">
                <a16:creationId xmlns:a16="http://schemas.microsoft.com/office/drawing/2014/main" id="{44506D96-02F8-C9CE-21ED-7294D2EA5F92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r>
              <a:rPr lang="en-US" dirty="0"/>
              <a:t>Henry</a:t>
            </a:r>
          </a:p>
        </p:txBody>
      </p:sp>
      <p:sp>
        <p:nvSpPr>
          <p:cNvPr id="156" name="Text Placeholder 155">
            <a:extLst>
              <a:ext uri="{FF2B5EF4-FFF2-40B4-BE49-F238E27FC236}">
                <a16:creationId xmlns:a16="http://schemas.microsoft.com/office/drawing/2014/main" id="{BFF630D0-01BA-BFB8-7EC2-89AF8A7DCE5C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r>
              <a:rPr lang="en-US" dirty="0"/>
              <a:t>Ross</a:t>
            </a:r>
          </a:p>
        </p:txBody>
      </p:sp>
      <p:pic>
        <p:nvPicPr>
          <p:cNvPr id="759" name="Picture Placeholder 758" descr="A person with braided hair wearing glasses">
            <a:extLst>
              <a:ext uri="{FF2B5EF4-FFF2-40B4-BE49-F238E27FC236}">
                <a16:creationId xmlns:a16="http://schemas.microsoft.com/office/drawing/2014/main" id="{DD7705DA-CA19-8BC7-4719-1213CCCAFA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61" name="Picture Placeholder 760" descr="A person with a beard smiling">
            <a:extLst>
              <a:ext uri="{FF2B5EF4-FFF2-40B4-BE49-F238E27FC236}">
                <a16:creationId xmlns:a16="http://schemas.microsoft.com/office/drawing/2014/main" id="{FD7255AB-AE6A-6596-F1B8-F88C4718A9B1}"/>
              </a:ext>
            </a:extLst>
          </p:cNvPr>
          <p:cNvPicPr>
            <a:picLocks noGrp="1" noChangeAspect="1"/>
          </p:cNvPicPr>
          <p:nvPr>
            <p:ph type="pic" sz="quarter" idx="162"/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763" name="Picture Placeholder 762" descr="A person in a suit">
            <a:extLst>
              <a:ext uri="{FF2B5EF4-FFF2-40B4-BE49-F238E27FC236}">
                <a16:creationId xmlns:a16="http://schemas.microsoft.com/office/drawing/2014/main" id="{D0262A10-88B3-A1EB-A20A-F3A7023CDC82}"/>
              </a:ext>
            </a:extLst>
          </p:cNvPr>
          <p:cNvPicPr>
            <a:picLocks noGrp="1" noChangeAspect="1"/>
          </p:cNvPicPr>
          <p:nvPr>
            <p:ph type="pic" sz="quarter" idx="161"/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6A05AF1A-4A55-CBAE-3E44-DFE23A1ED80C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r>
              <a:rPr lang="en-US" dirty="0"/>
              <a:t>Suma</a:t>
            </a:r>
          </a:p>
        </p:txBody>
      </p:sp>
      <p:sp>
        <p:nvSpPr>
          <p:cNvPr id="158" name="Text Placeholder 157">
            <a:extLst>
              <a:ext uri="{FF2B5EF4-FFF2-40B4-BE49-F238E27FC236}">
                <a16:creationId xmlns:a16="http://schemas.microsoft.com/office/drawing/2014/main" id="{6D1D84A7-26E1-6291-163E-5464866AD384}"/>
              </a:ext>
            </a:extLst>
          </p:cNvPr>
          <p:cNvSpPr>
            <a:spLocks noGrp="1"/>
          </p:cNvSpPr>
          <p:nvPr>
            <p:ph type="body" sz="quarter" idx="152"/>
          </p:nvPr>
        </p:nvSpPr>
        <p:spPr/>
        <p:txBody>
          <a:bodyPr/>
          <a:lstStyle/>
          <a:p>
            <a:r>
              <a:rPr lang="en-US" dirty="0"/>
              <a:t>Victor</a:t>
            </a:r>
          </a:p>
        </p:txBody>
      </p:sp>
      <p:sp>
        <p:nvSpPr>
          <p:cNvPr id="157" name="Text Placeholder 156">
            <a:extLst>
              <a:ext uri="{FF2B5EF4-FFF2-40B4-BE49-F238E27FC236}">
                <a16:creationId xmlns:a16="http://schemas.microsoft.com/office/drawing/2014/main" id="{B4C0C4CA-8362-15C2-C543-17054D345611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/>
        <p:txBody>
          <a:bodyPr/>
          <a:lstStyle/>
          <a:p>
            <a:r>
              <a:rPr lang="en-US" dirty="0"/>
              <a:t>Wesley</a:t>
            </a:r>
          </a:p>
        </p:txBody>
      </p:sp>
    </p:spTree>
    <p:extLst>
      <p:ext uri="{BB962C8B-B14F-4D97-AF65-F5344CB8AC3E}">
        <p14:creationId xmlns:p14="http://schemas.microsoft.com/office/powerpoint/2010/main" val="1012508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itle 461">
            <a:extLst>
              <a:ext uri="{FF2B5EF4-FFF2-40B4-BE49-F238E27FC236}">
                <a16:creationId xmlns:a16="http://schemas.microsoft.com/office/drawing/2014/main" id="{B003F2C2-96A9-8019-CBCB-57D7D73CE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683" y="5279503"/>
            <a:ext cx="9144000" cy="1087344"/>
          </a:xfrm>
        </p:spPr>
        <p:txBody>
          <a:bodyPr/>
          <a:lstStyle/>
          <a:p>
            <a:r>
              <a:rPr lang="en-US" dirty="0" err="1">
                <a:latin typeface="Georgia" panose="02040502050405020303" pitchFamily="18" charset="0"/>
              </a:rPr>
              <a:t>uNIVERSITY</a:t>
            </a:r>
            <a:r>
              <a:rPr lang="en-US" dirty="0">
                <a:latin typeface="Georgia" panose="02040502050405020303" pitchFamily="18" charset="0"/>
              </a:rPr>
              <a:t> EXECUTIVE OFFICIALS</a:t>
            </a:r>
          </a:p>
        </p:txBody>
      </p:sp>
      <p:sp>
        <p:nvSpPr>
          <p:cNvPr id="689" name="Picture Placeholder 688" descr="Picture placeholder">
            <a:extLst>
              <a:ext uri="{FF2B5EF4-FFF2-40B4-BE49-F238E27FC236}">
                <a16:creationId xmlns:a16="http://schemas.microsoft.com/office/drawing/2014/main" id="{BE3F4C38-39A5-3E13-6B09-044D8C3892E8}"/>
              </a:ext>
            </a:extLst>
          </p:cNvPr>
          <p:cNvSpPr>
            <a:spLocks noGrp="1"/>
          </p:cNvSpPr>
          <p:nvPr>
            <p:ph type="pic" sz="quarter" idx="172"/>
          </p:nvPr>
        </p:nvSpPr>
        <p:spPr/>
      </p:sp>
      <p:sp>
        <p:nvSpPr>
          <p:cNvPr id="688" name="Picture Placeholder 687" descr="Picture placeholder">
            <a:extLst>
              <a:ext uri="{FF2B5EF4-FFF2-40B4-BE49-F238E27FC236}">
                <a16:creationId xmlns:a16="http://schemas.microsoft.com/office/drawing/2014/main" id="{4BFCD145-057B-EBE8-71B6-118FE3B1F821}"/>
              </a:ext>
            </a:extLst>
          </p:cNvPr>
          <p:cNvSpPr>
            <a:spLocks noGrp="1"/>
          </p:cNvSpPr>
          <p:nvPr>
            <p:ph type="pic" sz="quarter" idx="171"/>
          </p:nvPr>
        </p:nvSpPr>
        <p:spPr/>
      </p:sp>
      <p:sp>
        <p:nvSpPr>
          <p:cNvPr id="687" name="Picture Placeholder 686" descr="Picture placeholder">
            <a:extLst>
              <a:ext uri="{FF2B5EF4-FFF2-40B4-BE49-F238E27FC236}">
                <a16:creationId xmlns:a16="http://schemas.microsoft.com/office/drawing/2014/main" id="{C5469C42-35B9-79A0-DB18-C35A2BFD94C8}"/>
              </a:ext>
            </a:extLst>
          </p:cNvPr>
          <p:cNvSpPr>
            <a:spLocks noGrp="1"/>
          </p:cNvSpPr>
          <p:nvPr>
            <p:ph type="pic" sz="quarter" idx="170"/>
          </p:nvPr>
        </p:nvSpPr>
        <p:spPr/>
      </p:sp>
      <p:sp>
        <p:nvSpPr>
          <p:cNvPr id="686" name="Picture Placeholder 685" descr="Picture placeholder">
            <a:extLst>
              <a:ext uri="{FF2B5EF4-FFF2-40B4-BE49-F238E27FC236}">
                <a16:creationId xmlns:a16="http://schemas.microsoft.com/office/drawing/2014/main" id="{66D0BB91-A51C-9140-91C0-B842FC3E5B4A}"/>
              </a:ext>
            </a:extLst>
          </p:cNvPr>
          <p:cNvSpPr>
            <a:spLocks noGrp="1"/>
          </p:cNvSpPr>
          <p:nvPr>
            <p:ph type="pic" sz="quarter" idx="169"/>
          </p:nvPr>
        </p:nvSpPr>
        <p:spPr/>
      </p:sp>
      <p:sp>
        <p:nvSpPr>
          <p:cNvPr id="685" name="Picture Placeholder 684" descr="Picture placeholder">
            <a:extLst>
              <a:ext uri="{FF2B5EF4-FFF2-40B4-BE49-F238E27FC236}">
                <a16:creationId xmlns:a16="http://schemas.microsoft.com/office/drawing/2014/main" id="{82EA6B41-3BB6-A442-74EC-78A1240E83C5}"/>
              </a:ext>
            </a:extLst>
          </p:cNvPr>
          <p:cNvSpPr>
            <a:spLocks noGrp="1"/>
          </p:cNvSpPr>
          <p:nvPr>
            <p:ph type="pic" sz="quarter" idx="168"/>
          </p:nvPr>
        </p:nvSpPr>
        <p:spPr/>
      </p:sp>
      <p:sp>
        <p:nvSpPr>
          <p:cNvPr id="684" name="Picture Placeholder 683" descr="Picture placeholder">
            <a:extLst>
              <a:ext uri="{FF2B5EF4-FFF2-40B4-BE49-F238E27FC236}">
                <a16:creationId xmlns:a16="http://schemas.microsoft.com/office/drawing/2014/main" id="{49087754-A901-99DE-0920-4960D8F34960}"/>
              </a:ext>
            </a:extLst>
          </p:cNvPr>
          <p:cNvSpPr>
            <a:spLocks noGrp="1"/>
          </p:cNvSpPr>
          <p:nvPr>
            <p:ph type="pic" sz="quarter" idx="167"/>
          </p:nvPr>
        </p:nvSpPr>
        <p:spPr/>
      </p:sp>
      <p:sp>
        <p:nvSpPr>
          <p:cNvPr id="683" name="Picture Placeholder 682" descr="Picture placeholder">
            <a:extLst>
              <a:ext uri="{FF2B5EF4-FFF2-40B4-BE49-F238E27FC236}">
                <a16:creationId xmlns:a16="http://schemas.microsoft.com/office/drawing/2014/main" id="{4AFC7CF4-A6D6-33EE-A237-746A777FE42C}"/>
              </a:ext>
            </a:extLst>
          </p:cNvPr>
          <p:cNvSpPr>
            <a:spLocks noGrp="1"/>
          </p:cNvSpPr>
          <p:nvPr>
            <p:ph type="pic" sz="quarter" idx="166"/>
          </p:nvPr>
        </p:nvSpPr>
        <p:spPr/>
      </p:sp>
      <p:sp>
        <p:nvSpPr>
          <p:cNvPr id="682" name="Picture Placeholder 681" descr="Picture placeholder">
            <a:extLst>
              <a:ext uri="{FF2B5EF4-FFF2-40B4-BE49-F238E27FC236}">
                <a16:creationId xmlns:a16="http://schemas.microsoft.com/office/drawing/2014/main" id="{B96BDE34-D466-C047-14CA-001A74D6F45C}"/>
              </a:ext>
            </a:extLst>
          </p:cNvPr>
          <p:cNvSpPr>
            <a:spLocks noGrp="1"/>
          </p:cNvSpPr>
          <p:nvPr>
            <p:ph type="pic" sz="quarter" idx="165"/>
          </p:nvPr>
        </p:nvSpPr>
        <p:spPr/>
      </p:sp>
      <p:sp>
        <p:nvSpPr>
          <p:cNvPr id="697" name="Picture Placeholder 696" descr="Picture placeholder">
            <a:extLst>
              <a:ext uri="{FF2B5EF4-FFF2-40B4-BE49-F238E27FC236}">
                <a16:creationId xmlns:a16="http://schemas.microsoft.com/office/drawing/2014/main" id="{60A8879E-EAA3-C1B9-2140-311F4CACEF62}"/>
              </a:ext>
            </a:extLst>
          </p:cNvPr>
          <p:cNvSpPr>
            <a:spLocks noGrp="1"/>
          </p:cNvSpPr>
          <p:nvPr>
            <p:ph type="pic" sz="quarter" idx="180"/>
          </p:nvPr>
        </p:nvSpPr>
        <p:spPr/>
      </p:sp>
      <p:sp>
        <p:nvSpPr>
          <p:cNvPr id="696" name="Picture Placeholder 695" descr="Picture placeholder">
            <a:extLst>
              <a:ext uri="{FF2B5EF4-FFF2-40B4-BE49-F238E27FC236}">
                <a16:creationId xmlns:a16="http://schemas.microsoft.com/office/drawing/2014/main" id="{020C8F3E-A2B2-C5ED-2704-DF20E2573035}"/>
              </a:ext>
            </a:extLst>
          </p:cNvPr>
          <p:cNvSpPr>
            <a:spLocks noGrp="1"/>
          </p:cNvSpPr>
          <p:nvPr>
            <p:ph type="pic" sz="quarter" idx="179"/>
          </p:nvPr>
        </p:nvSpPr>
        <p:spPr/>
      </p:sp>
      <p:sp>
        <p:nvSpPr>
          <p:cNvPr id="695" name="Picture Placeholder 694" descr="Picture placeholder">
            <a:extLst>
              <a:ext uri="{FF2B5EF4-FFF2-40B4-BE49-F238E27FC236}">
                <a16:creationId xmlns:a16="http://schemas.microsoft.com/office/drawing/2014/main" id="{EC2EC972-9AD8-D942-3A56-AB2A11E5B78E}"/>
              </a:ext>
            </a:extLst>
          </p:cNvPr>
          <p:cNvSpPr>
            <a:spLocks noGrp="1"/>
          </p:cNvSpPr>
          <p:nvPr>
            <p:ph type="pic" sz="quarter" idx="178"/>
          </p:nvPr>
        </p:nvSpPr>
        <p:spPr/>
      </p:sp>
      <p:sp>
        <p:nvSpPr>
          <p:cNvPr id="694" name="Picture Placeholder 693" descr="Picture placeholder">
            <a:extLst>
              <a:ext uri="{FF2B5EF4-FFF2-40B4-BE49-F238E27FC236}">
                <a16:creationId xmlns:a16="http://schemas.microsoft.com/office/drawing/2014/main" id="{B188C560-97F4-F04C-C478-7E0346879983}"/>
              </a:ext>
            </a:extLst>
          </p:cNvPr>
          <p:cNvSpPr>
            <a:spLocks noGrp="1"/>
          </p:cNvSpPr>
          <p:nvPr>
            <p:ph type="pic" sz="quarter" idx="177"/>
          </p:nvPr>
        </p:nvSpPr>
        <p:spPr/>
      </p:sp>
      <p:sp>
        <p:nvSpPr>
          <p:cNvPr id="693" name="Picture Placeholder 692" descr="Picture placeholder">
            <a:extLst>
              <a:ext uri="{FF2B5EF4-FFF2-40B4-BE49-F238E27FC236}">
                <a16:creationId xmlns:a16="http://schemas.microsoft.com/office/drawing/2014/main" id="{47DD07FD-F443-609B-D4C3-9B82E807582F}"/>
              </a:ext>
            </a:extLst>
          </p:cNvPr>
          <p:cNvSpPr>
            <a:spLocks noGrp="1"/>
          </p:cNvSpPr>
          <p:nvPr>
            <p:ph type="pic" sz="quarter" idx="176"/>
          </p:nvPr>
        </p:nvSpPr>
        <p:spPr/>
      </p:sp>
      <p:sp>
        <p:nvSpPr>
          <p:cNvPr id="692" name="Picture Placeholder 691" descr="Picture placeholder">
            <a:extLst>
              <a:ext uri="{FF2B5EF4-FFF2-40B4-BE49-F238E27FC236}">
                <a16:creationId xmlns:a16="http://schemas.microsoft.com/office/drawing/2014/main" id="{3FF7DD90-2E3F-8A3F-3988-265AD6466104}"/>
              </a:ext>
            </a:extLst>
          </p:cNvPr>
          <p:cNvSpPr>
            <a:spLocks noGrp="1"/>
          </p:cNvSpPr>
          <p:nvPr>
            <p:ph type="pic" sz="quarter" idx="175"/>
          </p:nvPr>
        </p:nvSpPr>
        <p:spPr/>
      </p:sp>
      <p:sp>
        <p:nvSpPr>
          <p:cNvPr id="691" name="Picture Placeholder 690" descr="Picture placeholder">
            <a:extLst>
              <a:ext uri="{FF2B5EF4-FFF2-40B4-BE49-F238E27FC236}">
                <a16:creationId xmlns:a16="http://schemas.microsoft.com/office/drawing/2014/main" id="{C50CC007-881E-E2A6-DEB8-FB8F106B34BF}"/>
              </a:ext>
            </a:extLst>
          </p:cNvPr>
          <p:cNvSpPr>
            <a:spLocks noGrp="1"/>
          </p:cNvSpPr>
          <p:nvPr>
            <p:ph type="pic" sz="quarter" idx="174"/>
          </p:nvPr>
        </p:nvSpPr>
        <p:spPr/>
      </p:sp>
      <p:sp>
        <p:nvSpPr>
          <p:cNvPr id="690" name="Picture Placeholder 689" descr="Picture placeholder">
            <a:extLst>
              <a:ext uri="{FF2B5EF4-FFF2-40B4-BE49-F238E27FC236}">
                <a16:creationId xmlns:a16="http://schemas.microsoft.com/office/drawing/2014/main" id="{77BC1D16-545E-DA2B-F057-7FDE8DE566D1}"/>
              </a:ext>
            </a:extLst>
          </p:cNvPr>
          <p:cNvSpPr>
            <a:spLocks noGrp="1"/>
          </p:cNvSpPr>
          <p:nvPr>
            <p:ph type="pic" sz="quarter" idx="173"/>
          </p:nvPr>
        </p:nvSpPr>
        <p:spPr/>
      </p:sp>
      <p:sp>
        <p:nvSpPr>
          <p:cNvPr id="649" name="Text Placeholder 648">
            <a:extLst>
              <a:ext uri="{FF2B5EF4-FFF2-40B4-BE49-F238E27FC236}">
                <a16:creationId xmlns:a16="http://schemas.microsoft.com/office/drawing/2014/main" id="{0EB0C108-C3D7-1F4A-9D01-B7F9BD48A661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0" name="Text Placeholder 649">
            <a:extLst>
              <a:ext uri="{FF2B5EF4-FFF2-40B4-BE49-F238E27FC236}">
                <a16:creationId xmlns:a16="http://schemas.microsoft.com/office/drawing/2014/main" id="{7548285C-8F05-1DB4-1BCF-010A7C9A554F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08" name="Text Placeholder 707">
            <a:extLst>
              <a:ext uri="{FF2B5EF4-FFF2-40B4-BE49-F238E27FC236}">
                <a16:creationId xmlns:a16="http://schemas.microsoft.com/office/drawing/2014/main" id="{B329902D-E841-4630-B31D-9731D8AEE270}"/>
              </a:ext>
            </a:extLst>
          </p:cNvPr>
          <p:cNvSpPr>
            <a:spLocks noGrp="1"/>
          </p:cNvSpPr>
          <p:nvPr>
            <p:ph type="body" sz="quarter" idx="19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09" name="Text Placeholder 708">
            <a:extLst>
              <a:ext uri="{FF2B5EF4-FFF2-40B4-BE49-F238E27FC236}">
                <a16:creationId xmlns:a16="http://schemas.microsoft.com/office/drawing/2014/main" id="{3EE42DD2-4A0F-B0A3-EC34-6C4D9DF5AAD2}"/>
              </a:ext>
            </a:extLst>
          </p:cNvPr>
          <p:cNvSpPr>
            <a:spLocks noGrp="1"/>
          </p:cNvSpPr>
          <p:nvPr>
            <p:ph type="body" sz="quarter" idx="19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0" name="Text Placeholder 709">
            <a:extLst>
              <a:ext uri="{FF2B5EF4-FFF2-40B4-BE49-F238E27FC236}">
                <a16:creationId xmlns:a16="http://schemas.microsoft.com/office/drawing/2014/main" id="{B4A374BC-55B1-C567-D182-8FECB26D4BF3}"/>
              </a:ext>
            </a:extLst>
          </p:cNvPr>
          <p:cNvSpPr>
            <a:spLocks noGrp="1"/>
          </p:cNvSpPr>
          <p:nvPr>
            <p:ph type="body" sz="quarter" idx="19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1" name="Text Placeholder 710">
            <a:extLst>
              <a:ext uri="{FF2B5EF4-FFF2-40B4-BE49-F238E27FC236}">
                <a16:creationId xmlns:a16="http://schemas.microsoft.com/office/drawing/2014/main" id="{364D42B6-3B90-984D-E06E-14C9365EAA40}"/>
              </a:ext>
            </a:extLst>
          </p:cNvPr>
          <p:cNvSpPr>
            <a:spLocks noGrp="1"/>
          </p:cNvSpPr>
          <p:nvPr>
            <p:ph type="body" sz="quarter" idx="19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2" name="Text Placeholder 711">
            <a:extLst>
              <a:ext uri="{FF2B5EF4-FFF2-40B4-BE49-F238E27FC236}">
                <a16:creationId xmlns:a16="http://schemas.microsoft.com/office/drawing/2014/main" id="{403332A8-2B1F-AE82-E257-AD8002759DA0}"/>
              </a:ext>
            </a:extLst>
          </p:cNvPr>
          <p:cNvSpPr>
            <a:spLocks noGrp="1"/>
          </p:cNvSpPr>
          <p:nvPr>
            <p:ph type="body" sz="quarter" idx="1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3" name="Text Placeholder 712">
            <a:extLst>
              <a:ext uri="{FF2B5EF4-FFF2-40B4-BE49-F238E27FC236}">
                <a16:creationId xmlns:a16="http://schemas.microsoft.com/office/drawing/2014/main" id="{92065ED3-F976-1B60-AECB-E28D715E2044}"/>
              </a:ext>
            </a:extLst>
          </p:cNvPr>
          <p:cNvSpPr>
            <a:spLocks noGrp="1"/>
          </p:cNvSpPr>
          <p:nvPr>
            <p:ph type="body" sz="quarter" idx="19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4" name="Text Placeholder 713">
            <a:extLst>
              <a:ext uri="{FF2B5EF4-FFF2-40B4-BE49-F238E27FC236}">
                <a16:creationId xmlns:a16="http://schemas.microsoft.com/office/drawing/2014/main" id="{C21354A6-AA4E-8C55-2D93-0EBC257AADFD}"/>
              </a:ext>
            </a:extLst>
          </p:cNvPr>
          <p:cNvSpPr>
            <a:spLocks noGrp="1"/>
          </p:cNvSpPr>
          <p:nvPr>
            <p:ph type="body" sz="quarter" idx="19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5" name="Text Placeholder 714">
            <a:extLst>
              <a:ext uri="{FF2B5EF4-FFF2-40B4-BE49-F238E27FC236}">
                <a16:creationId xmlns:a16="http://schemas.microsoft.com/office/drawing/2014/main" id="{5E886400-9190-19F9-3716-C2125528FFE6}"/>
              </a:ext>
            </a:extLst>
          </p:cNvPr>
          <p:cNvSpPr>
            <a:spLocks noGrp="1"/>
          </p:cNvSpPr>
          <p:nvPr>
            <p:ph type="body" sz="quarter" idx="19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6" name="Text Placeholder 715">
            <a:extLst>
              <a:ext uri="{FF2B5EF4-FFF2-40B4-BE49-F238E27FC236}">
                <a16:creationId xmlns:a16="http://schemas.microsoft.com/office/drawing/2014/main" id="{50A1119C-6FCD-7FC6-1E24-0F9265005757}"/>
              </a:ext>
            </a:extLst>
          </p:cNvPr>
          <p:cNvSpPr>
            <a:spLocks noGrp="1"/>
          </p:cNvSpPr>
          <p:nvPr>
            <p:ph type="body" sz="quarter" idx="19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7" name="Text Placeholder 716">
            <a:extLst>
              <a:ext uri="{FF2B5EF4-FFF2-40B4-BE49-F238E27FC236}">
                <a16:creationId xmlns:a16="http://schemas.microsoft.com/office/drawing/2014/main" id="{5467D3B9-B24D-6296-1902-FD381623A26C}"/>
              </a:ext>
            </a:extLst>
          </p:cNvPr>
          <p:cNvSpPr>
            <a:spLocks noGrp="1"/>
          </p:cNvSpPr>
          <p:nvPr>
            <p:ph type="body" sz="quarter" idx="20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8" name="Text Placeholder 717">
            <a:extLst>
              <a:ext uri="{FF2B5EF4-FFF2-40B4-BE49-F238E27FC236}">
                <a16:creationId xmlns:a16="http://schemas.microsoft.com/office/drawing/2014/main" id="{2FEF63AD-EE8F-4FE5-6AED-3C3CDDC1940A}"/>
              </a:ext>
            </a:extLst>
          </p:cNvPr>
          <p:cNvSpPr>
            <a:spLocks noGrp="1"/>
          </p:cNvSpPr>
          <p:nvPr>
            <p:ph type="body" sz="quarter" idx="20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19" name="Text Placeholder 718">
            <a:extLst>
              <a:ext uri="{FF2B5EF4-FFF2-40B4-BE49-F238E27FC236}">
                <a16:creationId xmlns:a16="http://schemas.microsoft.com/office/drawing/2014/main" id="{F7223051-E019-3BC2-24C5-1CFFCD8B4229}"/>
              </a:ext>
            </a:extLst>
          </p:cNvPr>
          <p:cNvSpPr>
            <a:spLocks noGrp="1"/>
          </p:cNvSpPr>
          <p:nvPr>
            <p:ph type="body" sz="quarter" idx="20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0" name="Text Placeholder 719">
            <a:extLst>
              <a:ext uri="{FF2B5EF4-FFF2-40B4-BE49-F238E27FC236}">
                <a16:creationId xmlns:a16="http://schemas.microsoft.com/office/drawing/2014/main" id="{90BF8A40-439C-F4CB-4F23-AFA0993370CD}"/>
              </a:ext>
            </a:extLst>
          </p:cNvPr>
          <p:cNvSpPr>
            <a:spLocks noGrp="1"/>
          </p:cNvSpPr>
          <p:nvPr>
            <p:ph type="body" sz="quarter" idx="20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1" name="Text Placeholder 720">
            <a:extLst>
              <a:ext uri="{FF2B5EF4-FFF2-40B4-BE49-F238E27FC236}">
                <a16:creationId xmlns:a16="http://schemas.microsoft.com/office/drawing/2014/main" id="{A5E7BF68-E240-D5C5-CFC2-DA317CBA67F9}"/>
              </a:ext>
            </a:extLst>
          </p:cNvPr>
          <p:cNvSpPr>
            <a:spLocks noGrp="1"/>
          </p:cNvSpPr>
          <p:nvPr>
            <p:ph type="body" sz="quarter" idx="20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2" name="Text Placeholder 721">
            <a:extLst>
              <a:ext uri="{FF2B5EF4-FFF2-40B4-BE49-F238E27FC236}">
                <a16:creationId xmlns:a16="http://schemas.microsoft.com/office/drawing/2014/main" id="{AFC44B93-CA48-D590-4E45-1B921D09C85B}"/>
              </a:ext>
            </a:extLst>
          </p:cNvPr>
          <p:cNvSpPr>
            <a:spLocks noGrp="1"/>
          </p:cNvSpPr>
          <p:nvPr>
            <p:ph type="body" sz="quarter" idx="20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3" name="Text Placeholder 722">
            <a:extLst>
              <a:ext uri="{FF2B5EF4-FFF2-40B4-BE49-F238E27FC236}">
                <a16:creationId xmlns:a16="http://schemas.microsoft.com/office/drawing/2014/main" id="{E7FCA897-8032-D425-64D6-FFCEFA45A18B}"/>
              </a:ext>
            </a:extLst>
          </p:cNvPr>
          <p:cNvSpPr>
            <a:spLocks noGrp="1"/>
          </p:cNvSpPr>
          <p:nvPr>
            <p:ph type="body" sz="quarter" idx="20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4" name="Text Placeholder 723">
            <a:extLst>
              <a:ext uri="{FF2B5EF4-FFF2-40B4-BE49-F238E27FC236}">
                <a16:creationId xmlns:a16="http://schemas.microsoft.com/office/drawing/2014/main" id="{2FF7C0EB-674C-AE85-3637-E12B6A54ABF7}"/>
              </a:ext>
            </a:extLst>
          </p:cNvPr>
          <p:cNvSpPr>
            <a:spLocks noGrp="1"/>
          </p:cNvSpPr>
          <p:nvPr>
            <p:ph type="body" sz="quarter" idx="20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5" name="Text Placeholder 724">
            <a:extLst>
              <a:ext uri="{FF2B5EF4-FFF2-40B4-BE49-F238E27FC236}">
                <a16:creationId xmlns:a16="http://schemas.microsoft.com/office/drawing/2014/main" id="{6C508781-D034-4590-2B48-B7F6C0B38A30}"/>
              </a:ext>
            </a:extLst>
          </p:cNvPr>
          <p:cNvSpPr>
            <a:spLocks noGrp="1"/>
          </p:cNvSpPr>
          <p:nvPr>
            <p:ph type="body" sz="quarter" idx="20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6" name="Text Placeholder 725">
            <a:extLst>
              <a:ext uri="{FF2B5EF4-FFF2-40B4-BE49-F238E27FC236}">
                <a16:creationId xmlns:a16="http://schemas.microsoft.com/office/drawing/2014/main" id="{9F61FBDD-53BA-ABE4-04FE-4E8C93528BF5}"/>
              </a:ext>
            </a:extLst>
          </p:cNvPr>
          <p:cNvSpPr>
            <a:spLocks noGrp="1"/>
          </p:cNvSpPr>
          <p:nvPr>
            <p:ph type="body" sz="quarter" idx="20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7" name="Text Placeholder 726">
            <a:extLst>
              <a:ext uri="{FF2B5EF4-FFF2-40B4-BE49-F238E27FC236}">
                <a16:creationId xmlns:a16="http://schemas.microsoft.com/office/drawing/2014/main" id="{AF6189FE-62EC-D350-22FB-19791260D019}"/>
              </a:ext>
            </a:extLst>
          </p:cNvPr>
          <p:cNvSpPr>
            <a:spLocks noGrp="1"/>
          </p:cNvSpPr>
          <p:nvPr>
            <p:ph type="body" sz="quarter" idx="2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8" name="Text Placeholder 727">
            <a:extLst>
              <a:ext uri="{FF2B5EF4-FFF2-40B4-BE49-F238E27FC236}">
                <a16:creationId xmlns:a16="http://schemas.microsoft.com/office/drawing/2014/main" id="{47608606-B91A-3DDE-EFF5-8AE71D2F2AD1}"/>
              </a:ext>
            </a:extLst>
          </p:cNvPr>
          <p:cNvSpPr>
            <a:spLocks noGrp="1"/>
          </p:cNvSpPr>
          <p:nvPr>
            <p:ph type="body" sz="quarter" idx="2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9" name="Text Placeholder 728">
            <a:extLst>
              <a:ext uri="{FF2B5EF4-FFF2-40B4-BE49-F238E27FC236}">
                <a16:creationId xmlns:a16="http://schemas.microsoft.com/office/drawing/2014/main" id="{ADB812BC-F494-B7FC-311D-90D0DFA5C3CD}"/>
              </a:ext>
            </a:extLst>
          </p:cNvPr>
          <p:cNvSpPr>
            <a:spLocks noGrp="1"/>
          </p:cNvSpPr>
          <p:nvPr>
            <p:ph type="body" sz="quarter" idx="2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0" name="Text Placeholder 729">
            <a:extLst>
              <a:ext uri="{FF2B5EF4-FFF2-40B4-BE49-F238E27FC236}">
                <a16:creationId xmlns:a16="http://schemas.microsoft.com/office/drawing/2014/main" id="{68C3CF9C-7C48-6A85-28A6-1375A0C1D673}"/>
              </a:ext>
            </a:extLst>
          </p:cNvPr>
          <p:cNvSpPr>
            <a:spLocks noGrp="1"/>
          </p:cNvSpPr>
          <p:nvPr>
            <p:ph type="body" sz="quarter" idx="2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1" name="Text Placeholder 730">
            <a:extLst>
              <a:ext uri="{FF2B5EF4-FFF2-40B4-BE49-F238E27FC236}">
                <a16:creationId xmlns:a16="http://schemas.microsoft.com/office/drawing/2014/main" id="{02CCDBD3-4E0C-1CDA-47E4-D5BF22D18BE0}"/>
              </a:ext>
            </a:extLst>
          </p:cNvPr>
          <p:cNvSpPr>
            <a:spLocks noGrp="1"/>
          </p:cNvSpPr>
          <p:nvPr>
            <p:ph type="body" sz="quarter" idx="2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2" name="Text Placeholder 731">
            <a:extLst>
              <a:ext uri="{FF2B5EF4-FFF2-40B4-BE49-F238E27FC236}">
                <a16:creationId xmlns:a16="http://schemas.microsoft.com/office/drawing/2014/main" id="{5209A8FB-A673-DFAB-9904-867088DC1318}"/>
              </a:ext>
            </a:extLst>
          </p:cNvPr>
          <p:cNvSpPr>
            <a:spLocks noGrp="1"/>
          </p:cNvSpPr>
          <p:nvPr>
            <p:ph type="body" sz="quarter" idx="2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3" name="Text Placeholder 732">
            <a:extLst>
              <a:ext uri="{FF2B5EF4-FFF2-40B4-BE49-F238E27FC236}">
                <a16:creationId xmlns:a16="http://schemas.microsoft.com/office/drawing/2014/main" id="{3615DB82-A0C8-BF75-8DDC-6A270A7A3397}"/>
              </a:ext>
            </a:extLst>
          </p:cNvPr>
          <p:cNvSpPr>
            <a:spLocks noGrp="1"/>
          </p:cNvSpPr>
          <p:nvPr>
            <p:ph type="body" sz="quarter" idx="2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4" name="Text Placeholder 733">
            <a:extLst>
              <a:ext uri="{FF2B5EF4-FFF2-40B4-BE49-F238E27FC236}">
                <a16:creationId xmlns:a16="http://schemas.microsoft.com/office/drawing/2014/main" id="{605C2B96-FA5F-326A-BDB8-540F2D2F50C6}"/>
              </a:ext>
            </a:extLst>
          </p:cNvPr>
          <p:cNvSpPr>
            <a:spLocks noGrp="1"/>
          </p:cNvSpPr>
          <p:nvPr>
            <p:ph type="body" sz="quarter" idx="2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5" name="Text Placeholder 734">
            <a:extLst>
              <a:ext uri="{FF2B5EF4-FFF2-40B4-BE49-F238E27FC236}">
                <a16:creationId xmlns:a16="http://schemas.microsoft.com/office/drawing/2014/main" id="{ACF061B2-568E-4433-906F-2C51536040E7}"/>
              </a:ext>
            </a:extLst>
          </p:cNvPr>
          <p:cNvSpPr>
            <a:spLocks noGrp="1"/>
          </p:cNvSpPr>
          <p:nvPr>
            <p:ph type="body" sz="quarter" idx="2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6" name="Text Placeholder 735">
            <a:extLst>
              <a:ext uri="{FF2B5EF4-FFF2-40B4-BE49-F238E27FC236}">
                <a16:creationId xmlns:a16="http://schemas.microsoft.com/office/drawing/2014/main" id="{7807AAED-ED99-325D-AF12-C2796324A2A6}"/>
              </a:ext>
            </a:extLst>
          </p:cNvPr>
          <p:cNvSpPr>
            <a:spLocks noGrp="1"/>
          </p:cNvSpPr>
          <p:nvPr>
            <p:ph type="body" sz="quarter" idx="2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7" name="Text Placeholder 736">
            <a:extLst>
              <a:ext uri="{FF2B5EF4-FFF2-40B4-BE49-F238E27FC236}">
                <a16:creationId xmlns:a16="http://schemas.microsoft.com/office/drawing/2014/main" id="{94AC0AB2-DC39-D1EE-F2B5-677842908F21}"/>
              </a:ext>
            </a:extLst>
          </p:cNvPr>
          <p:cNvSpPr>
            <a:spLocks noGrp="1"/>
          </p:cNvSpPr>
          <p:nvPr>
            <p:ph type="body" sz="quarter" idx="2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00" name="Picture Placeholder 699" descr="Picture placeholder">
            <a:extLst>
              <a:ext uri="{FF2B5EF4-FFF2-40B4-BE49-F238E27FC236}">
                <a16:creationId xmlns:a16="http://schemas.microsoft.com/office/drawing/2014/main" id="{BBF399CD-EBAD-AE79-F637-69D31F896CDB}"/>
              </a:ext>
            </a:extLst>
          </p:cNvPr>
          <p:cNvSpPr>
            <a:spLocks noGrp="1"/>
          </p:cNvSpPr>
          <p:nvPr>
            <p:ph type="pic" sz="quarter" idx="183"/>
          </p:nvPr>
        </p:nvSpPr>
        <p:spPr/>
      </p:sp>
      <p:sp>
        <p:nvSpPr>
          <p:cNvPr id="699" name="Picture Placeholder 698" descr="Picture placeholder">
            <a:extLst>
              <a:ext uri="{FF2B5EF4-FFF2-40B4-BE49-F238E27FC236}">
                <a16:creationId xmlns:a16="http://schemas.microsoft.com/office/drawing/2014/main" id="{7A21841C-C97D-C9C7-0EA4-EA782FDB0A4B}"/>
              </a:ext>
            </a:extLst>
          </p:cNvPr>
          <p:cNvSpPr>
            <a:spLocks noGrp="1"/>
          </p:cNvSpPr>
          <p:nvPr>
            <p:ph type="pic" sz="quarter" idx="182"/>
          </p:nvPr>
        </p:nvSpPr>
        <p:spPr/>
      </p:sp>
      <p:sp>
        <p:nvSpPr>
          <p:cNvPr id="698" name="Picture Placeholder 697" descr="Picture placeholder">
            <a:extLst>
              <a:ext uri="{FF2B5EF4-FFF2-40B4-BE49-F238E27FC236}">
                <a16:creationId xmlns:a16="http://schemas.microsoft.com/office/drawing/2014/main" id="{6BB0B444-3298-11C9-5019-5E5E599BFAD6}"/>
              </a:ext>
            </a:extLst>
          </p:cNvPr>
          <p:cNvSpPr>
            <a:spLocks noGrp="1"/>
          </p:cNvSpPr>
          <p:nvPr>
            <p:ph type="pic" sz="quarter" idx="181"/>
          </p:nvPr>
        </p:nvSpPr>
        <p:spPr/>
      </p:sp>
      <p:sp>
        <p:nvSpPr>
          <p:cNvPr id="681" name="Picture Placeholder 680" descr="Picture placeholder">
            <a:extLst>
              <a:ext uri="{FF2B5EF4-FFF2-40B4-BE49-F238E27FC236}">
                <a16:creationId xmlns:a16="http://schemas.microsoft.com/office/drawing/2014/main" id="{A0A3F5FD-D2EC-CE16-48E2-7EFF027818DF}"/>
              </a:ext>
            </a:extLst>
          </p:cNvPr>
          <p:cNvSpPr>
            <a:spLocks noGrp="1"/>
          </p:cNvSpPr>
          <p:nvPr>
            <p:ph type="pic" sz="quarter" idx="164"/>
          </p:nvPr>
        </p:nvSpPr>
        <p:spPr/>
      </p:sp>
      <p:sp>
        <p:nvSpPr>
          <p:cNvPr id="704" name="Picture Placeholder 703" descr="Picture placeholder">
            <a:extLst>
              <a:ext uri="{FF2B5EF4-FFF2-40B4-BE49-F238E27FC236}">
                <a16:creationId xmlns:a16="http://schemas.microsoft.com/office/drawing/2014/main" id="{F6F1B49E-7836-5C65-7C29-F8F2393F652B}"/>
              </a:ext>
            </a:extLst>
          </p:cNvPr>
          <p:cNvSpPr>
            <a:spLocks noGrp="1"/>
          </p:cNvSpPr>
          <p:nvPr>
            <p:ph type="pic" sz="quarter" idx="187"/>
          </p:nvPr>
        </p:nvSpPr>
        <p:spPr/>
      </p:sp>
      <p:sp>
        <p:nvSpPr>
          <p:cNvPr id="703" name="Picture Placeholder 702" descr="Picture placeholder">
            <a:extLst>
              <a:ext uri="{FF2B5EF4-FFF2-40B4-BE49-F238E27FC236}">
                <a16:creationId xmlns:a16="http://schemas.microsoft.com/office/drawing/2014/main" id="{67AAB2EC-37BF-5F67-1304-AA3E26A63340}"/>
              </a:ext>
            </a:extLst>
          </p:cNvPr>
          <p:cNvSpPr>
            <a:spLocks noGrp="1"/>
          </p:cNvSpPr>
          <p:nvPr>
            <p:ph type="pic" sz="quarter" idx="186"/>
          </p:nvPr>
        </p:nvSpPr>
        <p:spPr/>
      </p:sp>
      <p:sp>
        <p:nvSpPr>
          <p:cNvPr id="702" name="Picture Placeholder 701" descr="Picture placeholder">
            <a:extLst>
              <a:ext uri="{FF2B5EF4-FFF2-40B4-BE49-F238E27FC236}">
                <a16:creationId xmlns:a16="http://schemas.microsoft.com/office/drawing/2014/main" id="{DDAF8313-FEB9-23E2-6DCC-4C8016A697B6}"/>
              </a:ext>
            </a:extLst>
          </p:cNvPr>
          <p:cNvSpPr>
            <a:spLocks noGrp="1"/>
          </p:cNvSpPr>
          <p:nvPr>
            <p:ph type="pic" sz="quarter" idx="185"/>
          </p:nvPr>
        </p:nvSpPr>
        <p:spPr/>
      </p:sp>
      <p:sp>
        <p:nvSpPr>
          <p:cNvPr id="701" name="Picture Placeholder 700" descr="Picture placeholder">
            <a:extLst>
              <a:ext uri="{FF2B5EF4-FFF2-40B4-BE49-F238E27FC236}">
                <a16:creationId xmlns:a16="http://schemas.microsoft.com/office/drawing/2014/main" id="{18E735CD-FD9D-8DBA-2DA5-29A79C4C562D}"/>
              </a:ext>
            </a:extLst>
          </p:cNvPr>
          <p:cNvSpPr>
            <a:spLocks noGrp="1"/>
          </p:cNvSpPr>
          <p:nvPr>
            <p:ph type="pic" sz="quarter" idx="184"/>
          </p:nvPr>
        </p:nvSpPr>
        <p:spPr/>
      </p:sp>
      <p:sp>
        <p:nvSpPr>
          <p:cNvPr id="651" name="Text Placeholder 650">
            <a:extLst>
              <a:ext uri="{FF2B5EF4-FFF2-40B4-BE49-F238E27FC236}">
                <a16:creationId xmlns:a16="http://schemas.microsoft.com/office/drawing/2014/main" id="{FAE0FDF3-C7E5-D3D0-806E-DD7917F5025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2" name="Text Placeholder 651">
            <a:extLst>
              <a:ext uri="{FF2B5EF4-FFF2-40B4-BE49-F238E27FC236}">
                <a16:creationId xmlns:a16="http://schemas.microsoft.com/office/drawing/2014/main" id="{CBCDD5C4-84DC-DE6D-0F4C-3E6D254B45E1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3" name="Text Placeholder 652">
            <a:extLst>
              <a:ext uri="{FF2B5EF4-FFF2-40B4-BE49-F238E27FC236}">
                <a16:creationId xmlns:a16="http://schemas.microsoft.com/office/drawing/2014/main" id="{CE92B7AF-9D46-75B5-F72E-72C7845BE44F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4" name="Text Placeholder 653">
            <a:extLst>
              <a:ext uri="{FF2B5EF4-FFF2-40B4-BE49-F238E27FC236}">
                <a16:creationId xmlns:a16="http://schemas.microsoft.com/office/drawing/2014/main" id="{58E4B9B1-F774-DDE4-BF1E-A359B6F0760A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5" name="Text Placeholder 654">
            <a:extLst>
              <a:ext uri="{FF2B5EF4-FFF2-40B4-BE49-F238E27FC236}">
                <a16:creationId xmlns:a16="http://schemas.microsoft.com/office/drawing/2014/main" id="{E2B62DA0-EC73-1E2A-5ECF-E3D6AB36B232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6" name="Text Placeholder 655">
            <a:extLst>
              <a:ext uri="{FF2B5EF4-FFF2-40B4-BE49-F238E27FC236}">
                <a16:creationId xmlns:a16="http://schemas.microsoft.com/office/drawing/2014/main" id="{8F1B0968-65A3-658B-DA0C-078560BE9C40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7" name="Text Placeholder 656">
            <a:extLst>
              <a:ext uri="{FF2B5EF4-FFF2-40B4-BE49-F238E27FC236}">
                <a16:creationId xmlns:a16="http://schemas.microsoft.com/office/drawing/2014/main" id="{395C4DDC-9F05-4A4F-11B2-A6A46053803B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8" name="Text Placeholder 657">
            <a:extLst>
              <a:ext uri="{FF2B5EF4-FFF2-40B4-BE49-F238E27FC236}">
                <a16:creationId xmlns:a16="http://schemas.microsoft.com/office/drawing/2014/main" id="{B5FC3879-11FD-7710-839C-BA699FF90730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4" name="Text Placeholder 663">
            <a:extLst>
              <a:ext uri="{FF2B5EF4-FFF2-40B4-BE49-F238E27FC236}">
                <a16:creationId xmlns:a16="http://schemas.microsoft.com/office/drawing/2014/main" id="{205F3F93-0572-5AD3-415E-F3FB9DDFA047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5" name="Text Placeholder 664">
            <a:extLst>
              <a:ext uri="{FF2B5EF4-FFF2-40B4-BE49-F238E27FC236}">
                <a16:creationId xmlns:a16="http://schemas.microsoft.com/office/drawing/2014/main" id="{DB07B528-1C84-9807-DA99-60D82FFE71A9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6" name="Text Placeholder 665">
            <a:extLst>
              <a:ext uri="{FF2B5EF4-FFF2-40B4-BE49-F238E27FC236}">
                <a16:creationId xmlns:a16="http://schemas.microsoft.com/office/drawing/2014/main" id="{8A6A965C-BD44-0B55-A68E-B4CB4E58EE77}"/>
              </a:ext>
            </a:extLst>
          </p:cNvPr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7" name="Text Placeholder 666">
            <a:extLst>
              <a:ext uri="{FF2B5EF4-FFF2-40B4-BE49-F238E27FC236}">
                <a16:creationId xmlns:a16="http://schemas.microsoft.com/office/drawing/2014/main" id="{A8F36629-860E-DFF9-45C3-7D0A6DD527E0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8" name="Text Placeholder 667">
            <a:extLst>
              <a:ext uri="{FF2B5EF4-FFF2-40B4-BE49-F238E27FC236}">
                <a16:creationId xmlns:a16="http://schemas.microsoft.com/office/drawing/2014/main" id="{496DC3B0-F9DC-CC29-29C8-3FFE7B6FB2AE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9" name="Text Placeholder 668">
            <a:extLst>
              <a:ext uri="{FF2B5EF4-FFF2-40B4-BE49-F238E27FC236}">
                <a16:creationId xmlns:a16="http://schemas.microsoft.com/office/drawing/2014/main" id="{EF2E8548-BD52-3828-D7DD-FBA905AC6E0A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70" name="Text Placeholder 669">
            <a:extLst>
              <a:ext uri="{FF2B5EF4-FFF2-40B4-BE49-F238E27FC236}">
                <a16:creationId xmlns:a16="http://schemas.microsoft.com/office/drawing/2014/main" id="{35EB7A3E-4FB3-6F20-D968-37472C113537}"/>
              </a:ext>
            </a:extLst>
          </p:cNvPr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71" name="Text Placeholder 670">
            <a:extLst>
              <a:ext uri="{FF2B5EF4-FFF2-40B4-BE49-F238E27FC236}">
                <a16:creationId xmlns:a16="http://schemas.microsoft.com/office/drawing/2014/main" id="{C7115D38-1FD6-3701-B27D-C17A01B38A85}"/>
              </a:ext>
            </a:extLst>
          </p:cNvPr>
          <p:cNvSpPr>
            <a:spLocks noGrp="1"/>
          </p:cNvSpPr>
          <p:nvPr>
            <p:ph type="body" sz="quarter" idx="1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05" name="Picture Placeholder 704" descr="Picture placeholder">
            <a:extLst>
              <a:ext uri="{FF2B5EF4-FFF2-40B4-BE49-F238E27FC236}">
                <a16:creationId xmlns:a16="http://schemas.microsoft.com/office/drawing/2014/main" id="{5A172C94-F69D-8C55-153D-4EB322540C99}"/>
              </a:ext>
            </a:extLst>
          </p:cNvPr>
          <p:cNvSpPr>
            <a:spLocks noGrp="1"/>
          </p:cNvSpPr>
          <p:nvPr>
            <p:ph type="pic" sz="quarter" idx="188"/>
          </p:nvPr>
        </p:nvSpPr>
        <p:spPr/>
      </p:sp>
      <p:sp>
        <p:nvSpPr>
          <p:cNvPr id="680" name="Picture Placeholder 679" descr="Picture placeholder">
            <a:extLst>
              <a:ext uri="{FF2B5EF4-FFF2-40B4-BE49-F238E27FC236}">
                <a16:creationId xmlns:a16="http://schemas.microsoft.com/office/drawing/2014/main" id="{68803FCC-C049-805A-98C8-701AF49FE54D}"/>
              </a:ext>
            </a:extLst>
          </p:cNvPr>
          <p:cNvSpPr>
            <a:spLocks noGrp="1"/>
          </p:cNvSpPr>
          <p:nvPr>
            <p:ph type="pic" sz="quarter" idx="163"/>
          </p:nvPr>
        </p:nvSpPr>
        <p:spPr/>
      </p:sp>
      <p:sp>
        <p:nvSpPr>
          <p:cNvPr id="707" name="Picture Placeholder 706" descr="Picture placeholder">
            <a:extLst>
              <a:ext uri="{FF2B5EF4-FFF2-40B4-BE49-F238E27FC236}">
                <a16:creationId xmlns:a16="http://schemas.microsoft.com/office/drawing/2014/main" id="{07E72F50-7155-8453-AABA-A1954F970DC6}"/>
              </a:ext>
            </a:extLst>
          </p:cNvPr>
          <p:cNvSpPr>
            <a:spLocks noGrp="1"/>
          </p:cNvSpPr>
          <p:nvPr>
            <p:ph type="pic" sz="quarter" idx="190"/>
          </p:nvPr>
        </p:nvSpPr>
        <p:spPr/>
      </p:sp>
      <p:sp>
        <p:nvSpPr>
          <p:cNvPr id="706" name="Picture Placeholder 705" descr="Picture placeholder">
            <a:extLst>
              <a:ext uri="{FF2B5EF4-FFF2-40B4-BE49-F238E27FC236}">
                <a16:creationId xmlns:a16="http://schemas.microsoft.com/office/drawing/2014/main" id="{70E1A78E-1374-E71A-272A-76A1CE116E02}"/>
              </a:ext>
            </a:extLst>
          </p:cNvPr>
          <p:cNvSpPr>
            <a:spLocks noGrp="1"/>
          </p:cNvSpPr>
          <p:nvPr>
            <p:ph type="pic" sz="quarter" idx="189"/>
          </p:nvPr>
        </p:nvSpPr>
        <p:spPr/>
      </p:sp>
      <p:sp>
        <p:nvSpPr>
          <p:cNvPr id="659" name="Text Placeholder 658">
            <a:extLst>
              <a:ext uri="{FF2B5EF4-FFF2-40B4-BE49-F238E27FC236}">
                <a16:creationId xmlns:a16="http://schemas.microsoft.com/office/drawing/2014/main" id="{F7AE545B-6369-432A-1BBD-1EC02DEEE399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0" name="Text Placeholder 659">
            <a:extLst>
              <a:ext uri="{FF2B5EF4-FFF2-40B4-BE49-F238E27FC236}">
                <a16:creationId xmlns:a16="http://schemas.microsoft.com/office/drawing/2014/main" id="{41714B4F-AA31-5150-687B-BDBB5235D921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1" name="Text Placeholder 660">
            <a:extLst>
              <a:ext uri="{FF2B5EF4-FFF2-40B4-BE49-F238E27FC236}">
                <a16:creationId xmlns:a16="http://schemas.microsoft.com/office/drawing/2014/main" id="{E3F8AC1C-9049-5994-1F97-C742F710BD1B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62" name="Text Placeholder 661">
            <a:extLst>
              <a:ext uri="{FF2B5EF4-FFF2-40B4-BE49-F238E27FC236}">
                <a16:creationId xmlns:a16="http://schemas.microsoft.com/office/drawing/2014/main" id="{F4282CC4-3A7C-859C-52E7-FC2478410496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72" name="Text Placeholder 671">
            <a:extLst>
              <a:ext uri="{FF2B5EF4-FFF2-40B4-BE49-F238E27FC236}">
                <a16:creationId xmlns:a16="http://schemas.microsoft.com/office/drawing/2014/main" id="{9A255D07-D432-BF1B-DBBA-A9D8DB392547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73" name="Text Placeholder 672">
            <a:extLst>
              <a:ext uri="{FF2B5EF4-FFF2-40B4-BE49-F238E27FC236}">
                <a16:creationId xmlns:a16="http://schemas.microsoft.com/office/drawing/2014/main" id="{94963F44-A0CA-EFDB-0E8D-1725A7F83F98}"/>
              </a:ext>
            </a:extLst>
          </p:cNvPr>
          <p:cNvSpPr>
            <a:spLocks noGrp="1"/>
          </p:cNvSpPr>
          <p:nvPr>
            <p:ph type="body" sz="quarter" idx="14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74" name="Text Placeholder 673">
            <a:extLst>
              <a:ext uri="{FF2B5EF4-FFF2-40B4-BE49-F238E27FC236}">
                <a16:creationId xmlns:a16="http://schemas.microsoft.com/office/drawing/2014/main" id="{D37382B5-A5F7-C777-DC4A-ECE5CDF94A89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75" name="Text Placeholder 674">
            <a:extLst>
              <a:ext uri="{FF2B5EF4-FFF2-40B4-BE49-F238E27FC236}">
                <a16:creationId xmlns:a16="http://schemas.microsoft.com/office/drawing/2014/main" id="{0DDDCD14-AF83-A9FA-C4FC-62FFB1525C1C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48" name="Picture Placeholder 647" descr="Picture placeholder">
            <a:extLst>
              <a:ext uri="{FF2B5EF4-FFF2-40B4-BE49-F238E27FC236}">
                <a16:creationId xmlns:a16="http://schemas.microsoft.com/office/drawing/2014/main" id="{EE49E8D4-3782-6B5F-6E96-60A81C4B55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79" name="Picture Placeholder 678" descr="Picture placeholder">
            <a:extLst>
              <a:ext uri="{FF2B5EF4-FFF2-40B4-BE49-F238E27FC236}">
                <a16:creationId xmlns:a16="http://schemas.microsoft.com/office/drawing/2014/main" id="{D6321F5F-E417-4592-94E3-9BFA28C46E1D}"/>
              </a:ext>
            </a:extLst>
          </p:cNvPr>
          <p:cNvSpPr>
            <a:spLocks noGrp="1"/>
          </p:cNvSpPr>
          <p:nvPr>
            <p:ph type="pic" sz="quarter" idx="162"/>
          </p:nvPr>
        </p:nvSpPr>
        <p:spPr/>
      </p:sp>
      <p:sp>
        <p:nvSpPr>
          <p:cNvPr id="678" name="Picture Placeholder 677" descr="Picture placeholder">
            <a:extLst>
              <a:ext uri="{FF2B5EF4-FFF2-40B4-BE49-F238E27FC236}">
                <a16:creationId xmlns:a16="http://schemas.microsoft.com/office/drawing/2014/main" id="{8E423F79-F958-C2C1-0579-415C6A708404}"/>
              </a:ext>
            </a:extLst>
          </p:cNvPr>
          <p:cNvSpPr>
            <a:spLocks noGrp="1"/>
          </p:cNvSpPr>
          <p:nvPr>
            <p:ph type="pic" sz="quarter" idx="161"/>
          </p:nvPr>
        </p:nvSpPr>
        <p:spPr/>
      </p:sp>
      <p:sp>
        <p:nvSpPr>
          <p:cNvPr id="663" name="Text Placeholder 662">
            <a:extLst>
              <a:ext uri="{FF2B5EF4-FFF2-40B4-BE49-F238E27FC236}">
                <a16:creationId xmlns:a16="http://schemas.microsoft.com/office/drawing/2014/main" id="{1EB91E1E-FC71-1BA1-4A48-4203BBA3850C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Wenald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Lopez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 President for Quality Assurance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 </a:t>
            </a:r>
            <a:r>
              <a:rPr lang="en-US" sz="700" i="1">
                <a:latin typeface="Times New Roman" panose="02020603050405020304" pitchFamily="18" charset="0"/>
                <a:cs typeface="Times New Roman" panose="02020603050405020304" pitchFamily="18" charset="0"/>
              </a:rPr>
              <a:t>President for   </a:t>
            </a: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</a:t>
            </a:r>
          </a:p>
        </p:txBody>
      </p:sp>
      <p:sp>
        <p:nvSpPr>
          <p:cNvPr id="677" name="Text Placeholder 676">
            <a:extLst>
              <a:ext uri="{FF2B5EF4-FFF2-40B4-BE49-F238E27FC236}">
                <a16:creationId xmlns:a16="http://schemas.microsoft.com/office/drawing/2014/main" id="{1C23FE87-64B7-378F-A8B2-56E10AD8EE3F}"/>
              </a:ext>
            </a:extLst>
          </p:cNvPr>
          <p:cNvSpPr>
            <a:spLocks noGrp="1"/>
          </p:cNvSpPr>
          <p:nvPr>
            <p:ph type="body" sz="quarter" idx="152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Marilyn T. De Jesus, DPA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President</a:t>
            </a:r>
          </a:p>
        </p:txBody>
      </p:sp>
      <p:sp>
        <p:nvSpPr>
          <p:cNvPr id="676" name="Text Placeholder 675">
            <a:extLst>
              <a:ext uri="{FF2B5EF4-FFF2-40B4-BE49-F238E27FC236}">
                <a16:creationId xmlns:a16="http://schemas.microsoft.com/office/drawing/2014/main" id="{9005CFE4-FBC1-86C0-AA16-0A5C27AB4F8D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DAD15-A696-4ACD-82BF-B6DEB7682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2" y="6386215"/>
            <a:ext cx="9131235" cy="365125"/>
          </a:xfrm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26131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7C53467-0687-45B3-946F-AB578F4C3A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2B809B-8663-48E8-AA7F-37CCCA9B91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ABB3B0-2D74-470B-AB53-E6A8C6E5DF1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49</TotalTime>
  <Words>94</Words>
  <Application>Microsoft Office PowerPoint</Application>
  <PresentationFormat>Letter Paper (8.5x11 in)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Calibri</vt:lpstr>
      <vt:lpstr>Corbel</vt:lpstr>
      <vt:lpstr>Georgia</vt:lpstr>
      <vt:lpstr>Tahoma</vt:lpstr>
      <vt:lpstr>Times New Roman</vt:lpstr>
      <vt:lpstr>Wingdings</vt:lpstr>
      <vt:lpstr>Banded</vt:lpstr>
      <vt:lpstr>MY FAMILY TREE</vt:lpstr>
      <vt:lpstr>uNIVERSITY EXECUTIVE OFFICIALS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FAMILY TREE</dc:title>
  <dc:creator>tishan319@gmail.com</dc:creator>
  <cp:lastModifiedBy>tishan319@gmail.com</cp:lastModifiedBy>
  <cp:revision>3</cp:revision>
  <dcterms:created xsi:type="dcterms:W3CDTF">2024-09-03T10:47:38Z</dcterms:created>
  <dcterms:modified xsi:type="dcterms:W3CDTF">2024-09-03T11:37:22Z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